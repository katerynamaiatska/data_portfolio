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6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media/image1.jpeg" ContentType="image/jpeg"/>
  <Override PartName="/ppt/media/image2.png" ContentType="image/png"/>
  <Override PartName="/ppt/media/image4.jpeg" ContentType="image/jpeg"/>
  <Override PartName="/ppt/media/image10.png" ContentType="image/png"/>
  <Override PartName="/ppt/media/image3.svg" ContentType="image/svg"/>
  <Override PartName="/ppt/media/image5.png" ContentType="image/png"/>
  <Override PartName="/ppt/media/image6.svg" ContentType="image/svg"/>
  <Override PartName="/ppt/media/image7.png" ContentType="image/png"/>
  <Override PartName="/ppt/media/image8.png" ContentType="image/png"/>
  <Override PartName="/ppt/media/image9.png" ContentType="image/png"/>
  <Override PartName="/ppt/media/image11.png" ContentType="image/png"/>
  <Override PartName="/ppt/media/image12.png" ContentType="image/png"/>
  <Override PartName="/ppt/media/image13.jpeg" ContentType="image/jpeg"/>
  <Override PartName="/ppt/media/image14.jpeg" ContentType="image/jpe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4" r:id="rId4"/>
    <p:sldMasterId id="2147483657" r:id="rId5"/>
    <p:sldMasterId id="2147483660" r:id="rId6"/>
    <p:sldMasterId id="2147483663" r:id="rId7"/>
    <p:sldMasterId id="2147483666" r:id="rId8"/>
    <p:sldMasterId id="2147483669" r:id="rId9"/>
    <p:sldMasterId id="2147483671" r:id="rId10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5.xml"/><Relationship Id="rId5" Type="http://schemas.openxmlformats.org/officeDocument/2006/relationships/slideMaster" Target="slideMasters/slideMaster7.xml"/><Relationship Id="rId6" Type="http://schemas.openxmlformats.org/officeDocument/2006/relationships/slideMaster" Target="slideMasters/slideMaster9.xml"/><Relationship Id="rId7" Type="http://schemas.openxmlformats.org/officeDocument/2006/relationships/slideMaster" Target="slideMasters/slideMaster11.xml"/><Relationship Id="rId8" Type="http://schemas.openxmlformats.org/officeDocument/2006/relationships/slideMaster" Target="slideMasters/slideMaster13.xml"/><Relationship Id="rId9" Type="http://schemas.openxmlformats.org/officeDocument/2006/relationships/slideMaster" Target="slideMasters/slideMaster15.xml"/><Relationship Id="rId10" Type="http://schemas.openxmlformats.org/officeDocument/2006/relationships/slideMaster" Target="slideMasters/slideMaster16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2.png"/><Relationship Id="rId11" Type="http://schemas.openxmlformats.org/officeDocument/2006/relationships/image" Target="../media/image3.sv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2.png"/><Relationship Id="rId11" Type="http://schemas.openxmlformats.org/officeDocument/2006/relationships/image" Target="../media/image3.sv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y-Eleg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10080000" cy="4114080"/>
            <a:chOff x="0" y="0"/>
            <a:chExt cx="10080000" cy="4114080"/>
          </a:xfrm>
        </p:grpSpPr>
        <p:sp>
          <p:nvSpPr>
            <p:cNvPr id="1" name=""/>
            <p:cNvSpPr/>
            <p:nvPr/>
          </p:nvSpPr>
          <p:spPr>
            <a:xfrm>
              <a:off x="0" y="0"/>
              <a:ext cx="10080000" cy="411408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0"/>
              <a:ext cx="10080000" cy="411408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0" y="1280160"/>
              <a:ext cx="1553760" cy="63936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914400" y="1920240"/>
              <a:ext cx="1279440" cy="182808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2194560" y="548640"/>
              <a:ext cx="1279440" cy="182808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3474720" y="1188720"/>
              <a:ext cx="365040" cy="36504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4206240" y="0"/>
              <a:ext cx="1462320" cy="91368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4663440" y="914400"/>
              <a:ext cx="1005120" cy="45648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474720" y="1737360"/>
              <a:ext cx="3108240" cy="100512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114800" y="2743200"/>
              <a:ext cx="1462320" cy="100512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583680" y="1463040"/>
              <a:ext cx="1553760" cy="45648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7315200" y="1920240"/>
              <a:ext cx="1462320" cy="164520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2743200" y="2377440"/>
              <a:ext cx="547920" cy="82224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595360" y="0"/>
              <a:ext cx="1484640" cy="146232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6766560" y="0"/>
              <a:ext cx="273600" cy="100512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1554480" y="0"/>
              <a:ext cx="182160" cy="91368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0" y="3017520"/>
              <a:ext cx="365040" cy="109656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9601200" y="2560320"/>
              <a:ext cx="365040" cy="15537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8778240" y="1828800"/>
              <a:ext cx="365040" cy="36504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20" name=""/>
          <p:cNvSpPr/>
          <p:nvPr/>
        </p:nvSpPr>
        <p:spPr>
          <a:xfrm>
            <a:off x="7560000" y="4320000"/>
            <a:ext cx="360" cy="126000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117360" tIns="72360" bIns="72360" anchor="t">
            <a:noAutofit/>
          </a:bodyPr>
          <a:p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ftr" idx="1"/>
          </p:nvPr>
        </p:nvSpPr>
        <p:spPr>
          <a:xfrm>
            <a:off x="7740000" y="4392000"/>
            <a:ext cx="2051280" cy="21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2"/>
          </p:nvPr>
        </p:nvSpPr>
        <p:spPr>
          <a:xfrm>
            <a:off x="7740000" y="5166000"/>
            <a:ext cx="2051280" cy="21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544AB3-476A-4EF8-8395-D53E873F55B5}" type="slidenum"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&lt;номер&gt;</a:t>
            </a:fld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3"/>
          </p:nvPr>
        </p:nvSpPr>
        <p:spPr>
          <a:xfrm>
            <a:off x="7740000" y="4860000"/>
            <a:ext cx="2051280" cy="21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&lt;дата/час&gt;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Звичай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"/>
          <p:cNvGrpSpPr/>
          <p:nvPr/>
        </p:nvGrpSpPr>
        <p:grpSpPr>
          <a:xfrm>
            <a:off x="0" y="0"/>
            <a:ext cx="10080000" cy="4114080"/>
            <a:chOff x="0" y="0"/>
            <a:chExt cx="10080000" cy="4114080"/>
          </a:xfrm>
        </p:grpSpPr>
        <p:sp>
          <p:nvSpPr>
            <p:cNvPr id="25" name=""/>
            <p:cNvSpPr/>
            <p:nvPr/>
          </p:nvSpPr>
          <p:spPr>
            <a:xfrm>
              <a:off x="0" y="0"/>
              <a:ext cx="10080000" cy="411408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0" y="0"/>
              <a:ext cx="10080000" cy="411408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0" y="1280160"/>
              <a:ext cx="1553760" cy="63936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914400" y="1920240"/>
              <a:ext cx="1279440" cy="182808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2194560" y="548640"/>
              <a:ext cx="1279440" cy="182808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3474720" y="1188720"/>
              <a:ext cx="365040" cy="36504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4206240" y="0"/>
              <a:ext cx="1462320" cy="91368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4663440" y="914400"/>
              <a:ext cx="1005120" cy="45648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3474720" y="1737360"/>
              <a:ext cx="3108240" cy="100512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4114800" y="2743200"/>
              <a:ext cx="1462320" cy="100512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6583680" y="1463040"/>
              <a:ext cx="1553760" cy="45648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7315200" y="1920240"/>
              <a:ext cx="1462320" cy="164520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2743200" y="2377440"/>
              <a:ext cx="547920" cy="82224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8595360" y="0"/>
              <a:ext cx="1484640" cy="146232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6766560" y="0"/>
              <a:ext cx="273600" cy="100512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1554480" y="0"/>
              <a:ext cx="182160" cy="91368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0" y="3017520"/>
              <a:ext cx="365040" cy="109656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9601200" y="2560320"/>
              <a:ext cx="365040" cy="15537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8778240" y="1828800"/>
              <a:ext cx="365040" cy="36504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44" name=""/>
          <p:cNvSpPr/>
          <p:nvPr/>
        </p:nvSpPr>
        <p:spPr>
          <a:xfrm>
            <a:off x="7560000" y="4320000"/>
            <a:ext cx="360" cy="126000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117360" tIns="72360" bIns="72360" anchor="t">
            <a:noAutofit/>
          </a:bodyPr>
          <a:p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тексту заголовка клацніть мишею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4"/>
          </p:nvPr>
        </p:nvSpPr>
        <p:spPr>
          <a:xfrm>
            <a:off x="7740000" y="4392000"/>
            <a:ext cx="2051280" cy="21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5"/>
          </p:nvPr>
        </p:nvSpPr>
        <p:spPr>
          <a:xfrm>
            <a:off x="7740000" y="5166000"/>
            <a:ext cx="2051280" cy="21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5368B5-F3B6-4C53-A173-E4CA8CF0C9AB}" type="slidenum"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&lt;номер&gt;</a:t>
            </a:fld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6"/>
          </p:nvPr>
        </p:nvSpPr>
        <p:spPr>
          <a:xfrm>
            <a:off x="7740000" y="4860000"/>
            <a:ext cx="2051280" cy="21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&lt;дата/час&gt;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редагування структури клацніть мишею</a:t>
            </a:r>
            <a:endParaRPr b="0" lang="uk-U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Другий рівень структури</a:t>
            </a:r>
            <a:endParaRPr b="0" lang="uk-U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Третій рівень структури</a:t>
            </a:r>
            <a:endParaRPr b="0" lang="uk-U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Четвертий рівень структури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П'ятий рівень структури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Шостий рівень структури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Сьомий рівень структури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"/>
          <p:cNvGrpSpPr/>
          <p:nvPr/>
        </p:nvGrpSpPr>
        <p:grpSpPr>
          <a:xfrm>
            <a:off x="8540280" y="5065200"/>
            <a:ext cx="1279440" cy="547920"/>
            <a:chOff x="8540280" y="5065200"/>
            <a:chExt cx="1279440" cy="547920"/>
          </a:xfrm>
        </p:grpSpPr>
        <p:sp>
          <p:nvSpPr>
            <p:cNvPr id="51" name=""/>
            <p:cNvSpPr/>
            <p:nvPr/>
          </p:nvSpPr>
          <p:spPr>
            <a:xfrm flipV="1" rot="21598800">
              <a:off x="9637560" y="5430960"/>
              <a:ext cx="182160" cy="182160"/>
            </a:xfrm>
            <a:prstGeom prst="ellipse">
              <a:avLst/>
            </a:prstGeom>
            <a:blipFill rotWithShape="0">
              <a:blip r:embed="rId2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2" name=""/>
            <p:cNvSpPr/>
            <p:nvPr/>
          </p:nvSpPr>
          <p:spPr>
            <a:xfrm flipV="1" rot="21598800">
              <a:off x="9271800" y="543096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3" name=""/>
            <p:cNvSpPr/>
            <p:nvPr/>
          </p:nvSpPr>
          <p:spPr>
            <a:xfrm flipV="1" rot="21598800">
              <a:off x="8906400" y="5430960"/>
              <a:ext cx="182160" cy="182160"/>
            </a:xfrm>
            <a:prstGeom prst="ellipse">
              <a:avLst/>
            </a:prstGeom>
            <a:blipFill rotWithShape="0">
              <a:blip r:embed="rId4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4" name=""/>
            <p:cNvSpPr/>
            <p:nvPr/>
          </p:nvSpPr>
          <p:spPr>
            <a:xfrm flipV="1" rot="21598800">
              <a:off x="8540280" y="5430960"/>
              <a:ext cx="182160" cy="182160"/>
            </a:xfrm>
            <a:prstGeom prst="ellipse">
              <a:avLst/>
            </a:prstGeom>
            <a:blipFill rotWithShape="0">
              <a:blip r:embed="rId5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5" name=""/>
            <p:cNvSpPr/>
            <p:nvPr/>
          </p:nvSpPr>
          <p:spPr>
            <a:xfrm flipV="1" rot="21598800">
              <a:off x="8540280" y="5065200"/>
              <a:ext cx="182160" cy="182160"/>
            </a:xfrm>
            <a:prstGeom prst="ellipse">
              <a:avLst/>
            </a:prstGeom>
            <a:blipFill rotWithShape="0">
              <a:blip r:embed="rId6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6" name=""/>
            <p:cNvSpPr/>
            <p:nvPr/>
          </p:nvSpPr>
          <p:spPr>
            <a:xfrm flipV="1" rot="21598800">
              <a:off x="8906400" y="5065200"/>
              <a:ext cx="182160" cy="182160"/>
            </a:xfrm>
            <a:prstGeom prst="ellipse">
              <a:avLst/>
            </a:prstGeom>
            <a:blipFill rotWithShape="0">
              <a:blip r:embed="rId7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7" name=""/>
            <p:cNvSpPr/>
            <p:nvPr/>
          </p:nvSpPr>
          <p:spPr>
            <a:xfrm flipV="1" rot="21598800">
              <a:off x="9271800" y="5065560"/>
              <a:ext cx="182160" cy="182160"/>
            </a:xfrm>
            <a:prstGeom prst="ellipse">
              <a:avLst/>
            </a:prstGeom>
            <a:blipFill rotWithShape="0">
              <a:blip r:embed="rId8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8" name=""/>
            <p:cNvSpPr/>
            <p:nvPr/>
          </p:nvSpPr>
          <p:spPr>
            <a:xfrm flipV="1" rot="21598800">
              <a:off x="9637560" y="5065200"/>
              <a:ext cx="182160" cy="182160"/>
            </a:xfrm>
            <a:prstGeom prst="ellipse">
              <a:avLst/>
            </a:prstGeom>
            <a:blipFill rotWithShape="0">
              <a:blip r:embed="rId9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59" name=""/>
          <p:cNvSpPr/>
          <p:nvPr/>
        </p:nvSpPr>
        <p:spPr>
          <a:xfrm>
            <a:off x="1499760" y="1774080"/>
            <a:ext cx="2925360" cy="292536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60" name=""/>
          <p:cNvSpPr/>
          <p:nvPr/>
        </p:nvSpPr>
        <p:spPr>
          <a:xfrm>
            <a:off x="1225080" y="1134360"/>
            <a:ext cx="1188360" cy="118764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61" name=""/>
          <p:cNvSpPr/>
          <p:nvPr/>
        </p:nvSpPr>
        <p:spPr>
          <a:xfrm>
            <a:off x="3420000" y="4242960"/>
            <a:ext cx="639360" cy="63936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4349520" y="792360"/>
            <a:ext cx="5525280" cy="414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тексту заголовка клацніть мишею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редагування структури клацніть мишею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Другий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Третій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Четвертий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П'ятий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Шостий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Сьомий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7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8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04A7D8-5B8C-450A-9270-A838DF1C5182}" type="slidenum"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&lt;номер&gt;</a:t>
            </a:fld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dt" idx="9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&lt;дата/час&gt;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вичайни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"/>
          <p:cNvGrpSpPr/>
          <p:nvPr/>
        </p:nvGrpSpPr>
        <p:grpSpPr>
          <a:xfrm>
            <a:off x="8540280" y="5065200"/>
            <a:ext cx="1279440" cy="547920"/>
            <a:chOff x="8540280" y="5065200"/>
            <a:chExt cx="1279440" cy="547920"/>
          </a:xfrm>
        </p:grpSpPr>
        <p:sp>
          <p:nvSpPr>
            <p:cNvPr id="69" name=""/>
            <p:cNvSpPr/>
            <p:nvPr/>
          </p:nvSpPr>
          <p:spPr>
            <a:xfrm flipV="1" rot="21598800">
              <a:off x="9637560" y="5430960"/>
              <a:ext cx="182160" cy="182160"/>
            </a:xfrm>
            <a:prstGeom prst="ellipse">
              <a:avLst/>
            </a:prstGeom>
            <a:blipFill rotWithShape="0">
              <a:blip r:embed="rId2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70" name=""/>
            <p:cNvSpPr/>
            <p:nvPr/>
          </p:nvSpPr>
          <p:spPr>
            <a:xfrm flipV="1" rot="21598800">
              <a:off x="9271800" y="543096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71" name=""/>
            <p:cNvSpPr/>
            <p:nvPr/>
          </p:nvSpPr>
          <p:spPr>
            <a:xfrm flipV="1" rot="21598800">
              <a:off x="8906400" y="5430960"/>
              <a:ext cx="182160" cy="182160"/>
            </a:xfrm>
            <a:prstGeom prst="ellipse">
              <a:avLst/>
            </a:prstGeom>
            <a:blipFill rotWithShape="0">
              <a:blip r:embed="rId4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72" name=""/>
            <p:cNvSpPr/>
            <p:nvPr/>
          </p:nvSpPr>
          <p:spPr>
            <a:xfrm flipV="1" rot="21598800">
              <a:off x="8540280" y="5430960"/>
              <a:ext cx="182160" cy="182160"/>
            </a:xfrm>
            <a:prstGeom prst="ellipse">
              <a:avLst/>
            </a:prstGeom>
            <a:blipFill rotWithShape="0">
              <a:blip r:embed="rId5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73" name=""/>
            <p:cNvSpPr/>
            <p:nvPr/>
          </p:nvSpPr>
          <p:spPr>
            <a:xfrm flipV="1" rot="21598800">
              <a:off x="8540280" y="5065200"/>
              <a:ext cx="182160" cy="182160"/>
            </a:xfrm>
            <a:prstGeom prst="ellipse">
              <a:avLst/>
            </a:prstGeom>
            <a:blipFill rotWithShape="0">
              <a:blip r:embed="rId6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74" name=""/>
            <p:cNvSpPr/>
            <p:nvPr/>
          </p:nvSpPr>
          <p:spPr>
            <a:xfrm flipV="1" rot="21598800">
              <a:off x="8906400" y="5065200"/>
              <a:ext cx="182160" cy="182160"/>
            </a:xfrm>
            <a:prstGeom prst="ellipse">
              <a:avLst/>
            </a:prstGeom>
            <a:blipFill rotWithShape="0">
              <a:blip r:embed="rId7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75" name=""/>
            <p:cNvSpPr/>
            <p:nvPr/>
          </p:nvSpPr>
          <p:spPr>
            <a:xfrm flipV="1" rot="21598800">
              <a:off x="9271800" y="5065560"/>
              <a:ext cx="182160" cy="182160"/>
            </a:xfrm>
            <a:prstGeom prst="ellipse">
              <a:avLst/>
            </a:prstGeom>
            <a:blipFill rotWithShape="0">
              <a:blip r:embed="rId8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76" name=""/>
            <p:cNvSpPr/>
            <p:nvPr/>
          </p:nvSpPr>
          <p:spPr>
            <a:xfrm flipV="1" rot="21598800">
              <a:off x="9637560" y="5065200"/>
              <a:ext cx="182160" cy="182160"/>
            </a:xfrm>
            <a:prstGeom prst="ellipse">
              <a:avLst/>
            </a:prstGeom>
            <a:blipFill rotWithShape="0">
              <a:blip r:embed="rId9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77" name=""/>
          <p:cNvSpPr/>
          <p:nvPr/>
        </p:nvSpPr>
        <p:spPr>
          <a:xfrm>
            <a:off x="1499760" y="1774080"/>
            <a:ext cx="2925360" cy="292536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78" name=""/>
          <p:cNvSpPr/>
          <p:nvPr/>
        </p:nvSpPr>
        <p:spPr>
          <a:xfrm>
            <a:off x="1225080" y="1134360"/>
            <a:ext cx="1188360" cy="118764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79" name=""/>
          <p:cNvSpPr/>
          <p:nvPr/>
        </p:nvSpPr>
        <p:spPr>
          <a:xfrm>
            <a:off x="3420000" y="4242960"/>
            <a:ext cx="639360" cy="63936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4349520" y="792360"/>
            <a:ext cx="5525280" cy="414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PlaceHolder 1"/>
          <p:cNvSpPr>
            <a:spLocks noGrp="1"/>
          </p:cNvSpPr>
          <p:nvPr>
            <p:ph type="ftr" idx="10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ldNum" idx="11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EEA759-BE13-4D48-B1C2-1FD67BD79196}" type="slidenum"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&lt;номер&gt;</a:t>
            </a:fld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dt" idx="12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&lt;дата/час&gt;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"/>
          <p:cNvGrpSpPr/>
          <p:nvPr/>
        </p:nvGrpSpPr>
        <p:grpSpPr>
          <a:xfrm>
            <a:off x="7406640" y="3566160"/>
            <a:ext cx="2376720" cy="4296960"/>
            <a:chOff x="7406640" y="3566160"/>
            <a:chExt cx="2376720" cy="4296960"/>
          </a:xfrm>
        </p:grpSpPr>
        <p:sp>
          <p:nvSpPr>
            <p:cNvPr id="85" name=""/>
            <p:cNvSpPr/>
            <p:nvPr/>
          </p:nvSpPr>
          <p:spPr>
            <a:xfrm>
              <a:off x="8138160" y="4754880"/>
              <a:ext cx="456480" cy="2559600"/>
            </a:xfrm>
            <a:prstGeom prst="rect">
              <a:avLst/>
            </a:prstGeom>
            <a:blipFill rotWithShape="0">
              <a:blip r:embed="rId2"/>
              <a:srcRect/>
              <a:tile tx="0" ty="0" sx="74113" sy="74113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6" name=""/>
            <p:cNvSpPr/>
            <p:nvPr/>
          </p:nvSpPr>
          <p:spPr>
            <a:xfrm>
              <a:off x="8961120" y="3566160"/>
              <a:ext cx="456480" cy="2559600"/>
            </a:xfrm>
            <a:prstGeom prst="rect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7406640" y="5303520"/>
              <a:ext cx="456480" cy="2559600"/>
            </a:xfrm>
            <a:prstGeom prst="rect">
              <a:avLst/>
            </a:prstGeom>
            <a:blipFill rotWithShape="0">
              <a:blip r:embed="rId4"/>
              <a:srcRect/>
              <a:tile tx="0" ty="0" sx="74113" sy="74113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8503920" y="5120640"/>
              <a:ext cx="1279440" cy="907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8321040" y="5303520"/>
              <a:ext cx="913680" cy="907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8869680" y="5486400"/>
              <a:ext cx="913680" cy="907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91" name=""/>
          <p:cNvGrpSpPr/>
          <p:nvPr/>
        </p:nvGrpSpPr>
        <p:grpSpPr>
          <a:xfrm>
            <a:off x="274320" y="-2103120"/>
            <a:ext cx="5942880" cy="7405920"/>
            <a:chOff x="274320" y="-2103120"/>
            <a:chExt cx="5942880" cy="7405920"/>
          </a:xfrm>
        </p:grpSpPr>
        <p:sp>
          <p:nvSpPr>
            <p:cNvPr id="92" name=""/>
            <p:cNvSpPr/>
            <p:nvPr/>
          </p:nvSpPr>
          <p:spPr>
            <a:xfrm>
              <a:off x="1463040" y="-1554480"/>
              <a:ext cx="456480" cy="2559600"/>
            </a:xfrm>
            <a:prstGeom prst="rect">
              <a:avLst/>
            </a:prstGeom>
            <a:blipFill rotWithShape="0">
              <a:blip r:embed="rId5"/>
              <a:srcRect/>
              <a:tile tx="0" ty="0" sx="74113" sy="74113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640080" y="-365760"/>
              <a:ext cx="456480" cy="2559600"/>
            </a:xfrm>
            <a:prstGeom prst="rect">
              <a:avLst/>
            </a:prstGeom>
            <a:blipFill rotWithShape="0">
              <a:blip r:embed="rId6"/>
              <a:srcRect/>
              <a:tile tx="0" ty="0" sx="74113" sy="74113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2194560" y="-2103120"/>
              <a:ext cx="456480" cy="2559600"/>
            </a:xfrm>
            <a:prstGeom prst="rect">
              <a:avLst/>
            </a:prstGeom>
            <a:blipFill rotWithShape="0">
              <a:blip r:embed="rId7"/>
              <a:srcRect/>
              <a:tile tx="0" ty="0" sx="74113" sy="74113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274320" y="182880"/>
              <a:ext cx="913680" cy="907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6" name=""/>
            <p:cNvSpPr/>
            <p:nvPr/>
          </p:nvSpPr>
          <p:spPr>
            <a:xfrm>
              <a:off x="822960" y="365760"/>
              <a:ext cx="913680" cy="907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7" name=""/>
            <p:cNvSpPr/>
            <p:nvPr/>
          </p:nvSpPr>
          <p:spPr>
            <a:xfrm>
              <a:off x="274320" y="548640"/>
              <a:ext cx="1279440" cy="907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8" name=""/>
            <p:cNvSpPr/>
            <p:nvPr/>
          </p:nvSpPr>
          <p:spPr>
            <a:xfrm>
              <a:off x="3474720" y="2560320"/>
              <a:ext cx="2742480" cy="2742480"/>
            </a:xfrm>
            <a:prstGeom prst="ellipse">
              <a:avLst/>
            </a:prstGeom>
            <a:solidFill>
              <a:srgbClr val="8d99ae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914400" y="2835000"/>
              <a:ext cx="90720" cy="164520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тексту заголовка клацніть мишею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редагування структури клацніть мишею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Другий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Третій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Четвертий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П'ятий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Шостий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Сьомий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ftr" idx="13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sldNum" idx="14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CD5160-2482-4BBA-8A09-C6E078FAAC42}" type="slidenum"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&lt;номер&gt;</a:t>
            </a:fld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dt" idx="15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&lt;дата/час&gt;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вичайни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"/>
          <p:cNvGrpSpPr/>
          <p:nvPr/>
        </p:nvGrpSpPr>
        <p:grpSpPr>
          <a:xfrm>
            <a:off x="7406640" y="3566160"/>
            <a:ext cx="2376720" cy="4296960"/>
            <a:chOff x="7406640" y="3566160"/>
            <a:chExt cx="2376720" cy="4296960"/>
          </a:xfrm>
        </p:grpSpPr>
        <p:sp>
          <p:nvSpPr>
            <p:cNvPr id="106" name=""/>
            <p:cNvSpPr/>
            <p:nvPr/>
          </p:nvSpPr>
          <p:spPr>
            <a:xfrm>
              <a:off x="8138160" y="4754880"/>
              <a:ext cx="456480" cy="2559600"/>
            </a:xfrm>
            <a:prstGeom prst="rect">
              <a:avLst/>
            </a:prstGeom>
            <a:blipFill rotWithShape="0">
              <a:blip r:embed="rId2"/>
              <a:srcRect/>
              <a:tile tx="0" ty="0" sx="74113" sy="74113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07" name=""/>
            <p:cNvSpPr/>
            <p:nvPr/>
          </p:nvSpPr>
          <p:spPr>
            <a:xfrm>
              <a:off x="8961120" y="3566160"/>
              <a:ext cx="456480" cy="2559600"/>
            </a:xfrm>
            <a:prstGeom prst="rect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08" name=""/>
            <p:cNvSpPr/>
            <p:nvPr/>
          </p:nvSpPr>
          <p:spPr>
            <a:xfrm>
              <a:off x="7406640" y="5303520"/>
              <a:ext cx="456480" cy="2559600"/>
            </a:xfrm>
            <a:prstGeom prst="rect">
              <a:avLst/>
            </a:prstGeom>
            <a:blipFill rotWithShape="0">
              <a:blip r:embed="rId4"/>
              <a:srcRect/>
              <a:tile tx="0" ty="0" sx="74113" sy="74113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09" name=""/>
            <p:cNvSpPr/>
            <p:nvPr/>
          </p:nvSpPr>
          <p:spPr>
            <a:xfrm>
              <a:off x="8503920" y="5120640"/>
              <a:ext cx="1279440" cy="907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8321040" y="5303520"/>
              <a:ext cx="913680" cy="907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1" name=""/>
            <p:cNvSpPr/>
            <p:nvPr/>
          </p:nvSpPr>
          <p:spPr>
            <a:xfrm>
              <a:off x="8869680" y="5486400"/>
              <a:ext cx="913680" cy="907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112" name=""/>
          <p:cNvGrpSpPr/>
          <p:nvPr/>
        </p:nvGrpSpPr>
        <p:grpSpPr>
          <a:xfrm>
            <a:off x="274320" y="-2103120"/>
            <a:ext cx="5942880" cy="7405920"/>
            <a:chOff x="274320" y="-2103120"/>
            <a:chExt cx="5942880" cy="7405920"/>
          </a:xfrm>
        </p:grpSpPr>
        <p:sp>
          <p:nvSpPr>
            <p:cNvPr id="113" name=""/>
            <p:cNvSpPr/>
            <p:nvPr/>
          </p:nvSpPr>
          <p:spPr>
            <a:xfrm>
              <a:off x="1463040" y="-1554480"/>
              <a:ext cx="456480" cy="2559600"/>
            </a:xfrm>
            <a:prstGeom prst="rect">
              <a:avLst/>
            </a:prstGeom>
            <a:blipFill rotWithShape="0">
              <a:blip r:embed="rId5"/>
              <a:srcRect/>
              <a:tile tx="0" ty="0" sx="74113" sy="74113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640080" y="-365760"/>
              <a:ext cx="456480" cy="2559600"/>
            </a:xfrm>
            <a:prstGeom prst="rect">
              <a:avLst/>
            </a:prstGeom>
            <a:blipFill rotWithShape="0">
              <a:blip r:embed="rId6"/>
              <a:srcRect/>
              <a:tile tx="0" ty="0" sx="74113" sy="74113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2194560" y="-2103120"/>
              <a:ext cx="456480" cy="2559600"/>
            </a:xfrm>
            <a:prstGeom prst="rect">
              <a:avLst/>
            </a:prstGeom>
            <a:blipFill rotWithShape="0">
              <a:blip r:embed="rId7"/>
              <a:srcRect/>
              <a:tile tx="0" ty="0" sx="74113" sy="74113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274320" y="182880"/>
              <a:ext cx="913680" cy="907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7" name=""/>
            <p:cNvSpPr/>
            <p:nvPr/>
          </p:nvSpPr>
          <p:spPr>
            <a:xfrm>
              <a:off x="822960" y="365760"/>
              <a:ext cx="913680" cy="907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274320" y="548640"/>
              <a:ext cx="1279440" cy="907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9" name=""/>
            <p:cNvSpPr/>
            <p:nvPr/>
          </p:nvSpPr>
          <p:spPr>
            <a:xfrm>
              <a:off x="3474720" y="2560320"/>
              <a:ext cx="2742480" cy="2742480"/>
            </a:xfrm>
            <a:prstGeom prst="ellipse">
              <a:avLst/>
            </a:prstGeom>
            <a:solidFill>
              <a:srgbClr val="8d99ae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914400" y="2835000"/>
              <a:ext cx="90720" cy="164520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21" name="PlaceHolder 1"/>
          <p:cNvSpPr>
            <a:spLocks noGrp="1"/>
          </p:cNvSpPr>
          <p:nvPr>
            <p:ph type="ftr" idx="16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ldNum" idx="17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6C07E9-980E-4AF3-B4AA-75C66FF5BFAC}" type="slidenum"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&lt;номер&gt;</a:t>
            </a:fld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dt" idx="18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&lt;дата/час&gt;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>
            <a:off x="822960" y="2468880"/>
            <a:ext cx="1462320" cy="146232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blurRad="0"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25" name=""/>
          <p:cNvSpPr/>
          <p:nvPr/>
        </p:nvSpPr>
        <p:spPr>
          <a:xfrm>
            <a:off x="4480560" y="1554480"/>
            <a:ext cx="1462320" cy="146232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blurRad="0"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26" name=""/>
          <p:cNvSpPr/>
          <p:nvPr/>
        </p:nvSpPr>
        <p:spPr>
          <a:xfrm>
            <a:off x="6583680" y="3108960"/>
            <a:ext cx="1462320" cy="146232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blurRad="0"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27" name=""/>
          <p:cNvSpPr/>
          <p:nvPr/>
        </p:nvSpPr>
        <p:spPr>
          <a:xfrm>
            <a:off x="1554480" y="4114800"/>
            <a:ext cx="913680" cy="656640"/>
          </a:xfrm>
          <a:custGeom>
            <a:avLst/>
            <a:gdLst>
              <a:gd name="textAreaLeft" fmla="*/ 0 w 913680"/>
              <a:gd name="textAreaRight" fmla="*/ 914400 w 913680"/>
              <a:gd name="textAreaTop" fmla="*/ 0 h 656640"/>
              <a:gd name="textAreaBottom" fmla="*/ 657360 h 656640"/>
            </a:gdLst>
            <a:ahLst/>
            <a:cxnLst/>
            <a:rect l="textAreaLeft" t="textAreaTop" r="textAreaRight" b="textAreaBottom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28" name=""/>
          <p:cNvSpPr/>
          <p:nvPr/>
        </p:nvSpPr>
        <p:spPr>
          <a:xfrm>
            <a:off x="3657600" y="1188720"/>
            <a:ext cx="822240" cy="639360"/>
          </a:xfrm>
          <a:custGeom>
            <a:avLst/>
            <a:gdLst>
              <a:gd name="textAreaLeft" fmla="*/ 0 w 822240"/>
              <a:gd name="textAreaRight" fmla="*/ 822960 w 822240"/>
              <a:gd name="textAreaTop" fmla="*/ 0 h 639360"/>
              <a:gd name="textAreaBottom" fmla="*/ 640080 h 639360"/>
            </a:gdLst>
            <a:ahLst/>
            <a:cxnLst/>
            <a:rect l="textAreaLeft" t="textAreaTop" r="textAreaRight" b="textAreaBottom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29" name=""/>
          <p:cNvSpPr/>
          <p:nvPr/>
        </p:nvSpPr>
        <p:spPr>
          <a:xfrm>
            <a:off x="7955280" y="2011680"/>
            <a:ext cx="1463400" cy="1188000"/>
          </a:xfrm>
          <a:custGeom>
            <a:avLst/>
            <a:gdLst>
              <a:gd name="textAreaLeft" fmla="*/ 0 w 1463400"/>
              <a:gd name="textAreaRight" fmla="*/ 1464120 w 1463400"/>
              <a:gd name="textAreaTop" fmla="*/ 0 h 1188000"/>
              <a:gd name="textAreaBottom" fmla="*/ 1188720 h 1188000"/>
            </a:gdLst>
            <a:ahLst/>
            <a:cxnLst/>
            <a:rect l="textAreaLeft" t="textAreaTop" r="textAreaRight" b="textAreaBottom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30" name=""/>
          <p:cNvSpPr/>
          <p:nvPr/>
        </p:nvSpPr>
        <p:spPr>
          <a:xfrm>
            <a:off x="2468880" y="822960"/>
            <a:ext cx="1409760" cy="1370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31" name=""/>
          <p:cNvSpPr/>
          <p:nvPr/>
        </p:nvSpPr>
        <p:spPr>
          <a:xfrm>
            <a:off x="3931920" y="4663440"/>
            <a:ext cx="168408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32" name=""/>
          <p:cNvSpPr/>
          <p:nvPr/>
        </p:nvSpPr>
        <p:spPr>
          <a:xfrm>
            <a:off x="8412480" y="1280160"/>
            <a:ext cx="1096560" cy="10051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тексту заголовка клацніть мишею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442620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редагування структури клацніть мишею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Другий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Третій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Четвертий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П'ятий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Шостий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Сьомий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5116680" y="180000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редагування структури клацніть мишею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Другий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Третій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Четвертий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П'ятий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Шостий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Сьомий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5116680" y="3517560"/>
            <a:ext cx="44262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редагування структури клацніть мишею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Другий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Третій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Четвертий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П'ятий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Шостий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Сьомий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 type="ftr" idx="19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PlaceHolder 6"/>
          <p:cNvSpPr>
            <a:spLocks noGrp="1"/>
          </p:cNvSpPr>
          <p:nvPr>
            <p:ph type="sldNum" idx="20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276485-AE56-48D0-B24F-4249406EF968}" type="slidenum"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&lt;номер&gt;</a:t>
            </a:fld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7"/>
          <p:cNvSpPr>
            <a:spLocks noGrp="1"/>
          </p:cNvSpPr>
          <p:nvPr>
            <p:ph type="dt" idx="21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&lt;дата/час&gt;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вичайни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>
            <a:off x="822960" y="2468880"/>
            <a:ext cx="1462320" cy="146232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blurRad="0"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41" name=""/>
          <p:cNvSpPr/>
          <p:nvPr/>
        </p:nvSpPr>
        <p:spPr>
          <a:xfrm>
            <a:off x="4480560" y="1554480"/>
            <a:ext cx="1462320" cy="146232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blurRad="0"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42" name=""/>
          <p:cNvSpPr/>
          <p:nvPr/>
        </p:nvSpPr>
        <p:spPr>
          <a:xfrm>
            <a:off x="6583680" y="3108960"/>
            <a:ext cx="1462320" cy="146232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blurRad="0"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43" name=""/>
          <p:cNvSpPr/>
          <p:nvPr/>
        </p:nvSpPr>
        <p:spPr>
          <a:xfrm>
            <a:off x="1554480" y="4114800"/>
            <a:ext cx="913680" cy="656640"/>
          </a:xfrm>
          <a:custGeom>
            <a:avLst/>
            <a:gdLst>
              <a:gd name="textAreaLeft" fmla="*/ 0 w 913680"/>
              <a:gd name="textAreaRight" fmla="*/ 914400 w 913680"/>
              <a:gd name="textAreaTop" fmla="*/ 0 h 656640"/>
              <a:gd name="textAreaBottom" fmla="*/ 657360 h 656640"/>
            </a:gdLst>
            <a:ahLst/>
            <a:cxnLst/>
            <a:rect l="textAreaLeft" t="textAreaTop" r="textAreaRight" b="textAreaBottom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44" name=""/>
          <p:cNvSpPr/>
          <p:nvPr/>
        </p:nvSpPr>
        <p:spPr>
          <a:xfrm>
            <a:off x="3657600" y="1188720"/>
            <a:ext cx="822240" cy="639360"/>
          </a:xfrm>
          <a:custGeom>
            <a:avLst/>
            <a:gdLst>
              <a:gd name="textAreaLeft" fmla="*/ 0 w 822240"/>
              <a:gd name="textAreaRight" fmla="*/ 822960 w 822240"/>
              <a:gd name="textAreaTop" fmla="*/ 0 h 639360"/>
              <a:gd name="textAreaBottom" fmla="*/ 640080 h 639360"/>
            </a:gdLst>
            <a:ahLst/>
            <a:cxnLst/>
            <a:rect l="textAreaLeft" t="textAreaTop" r="textAreaRight" b="textAreaBottom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45" name=""/>
          <p:cNvSpPr/>
          <p:nvPr/>
        </p:nvSpPr>
        <p:spPr>
          <a:xfrm>
            <a:off x="7955280" y="2011680"/>
            <a:ext cx="1463400" cy="1188000"/>
          </a:xfrm>
          <a:custGeom>
            <a:avLst/>
            <a:gdLst>
              <a:gd name="textAreaLeft" fmla="*/ 0 w 1463400"/>
              <a:gd name="textAreaRight" fmla="*/ 1464120 w 1463400"/>
              <a:gd name="textAreaTop" fmla="*/ 0 h 1188000"/>
              <a:gd name="textAreaBottom" fmla="*/ 1188720 h 1188000"/>
            </a:gdLst>
            <a:ahLst/>
            <a:cxnLst/>
            <a:rect l="textAreaLeft" t="textAreaTop" r="textAreaRight" b="textAreaBottom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46" name=""/>
          <p:cNvSpPr/>
          <p:nvPr/>
        </p:nvSpPr>
        <p:spPr>
          <a:xfrm>
            <a:off x="2468880" y="822960"/>
            <a:ext cx="1409760" cy="1370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47" name=""/>
          <p:cNvSpPr/>
          <p:nvPr/>
        </p:nvSpPr>
        <p:spPr>
          <a:xfrm>
            <a:off x="3931920" y="4663440"/>
            <a:ext cx="168408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48" name=""/>
          <p:cNvSpPr/>
          <p:nvPr/>
        </p:nvSpPr>
        <p:spPr>
          <a:xfrm>
            <a:off x="8412480" y="1280160"/>
            <a:ext cx="1096560" cy="10051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ftr" idx="22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sldNum" idx="23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B292D9-3065-4ACD-BE96-3CA788C01E56}" type="slidenum"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&lt;номер&gt;</a:t>
            </a:fld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dt" idx="24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&lt;дата/час&gt;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2103480" y="3658320"/>
            <a:ext cx="164520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53" name=""/>
          <p:cNvSpPr/>
          <p:nvPr/>
        </p:nvSpPr>
        <p:spPr>
          <a:xfrm>
            <a:off x="823320" y="-273240"/>
            <a:ext cx="2193840" cy="2193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54" name=""/>
          <p:cNvSpPr/>
          <p:nvPr/>
        </p:nvSpPr>
        <p:spPr>
          <a:xfrm>
            <a:off x="7955640" y="3109680"/>
            <a:ext cx="2193840" cy="2193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55" name=""/>
          <p:cNvSpPr/>
          <p:nvPr/>
        </p:nvSpPr>
        <p:spPr>
          <a:xfrm>
            <a:off x="9601560" y="915120"/>
            <a:ext cx="164520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156" name=""/>
          <p:cNvGrpSpPr/>
          <p:nvPr/>
        </p:nvGrpSpPr>
        <p:grpSpPr>
          <a:xfrm>
            <a:off x="3836880" y="1150560"/>
            <a:ext cx="2338920" cy="4333680"/>
            <a:chOff x="3836880" y="1150560"/>
            <a:chExt cx="2338920" cy="4333680"/>
          </a:xfrm>
        </p:grpSpPr>
        <p:sp>
          <p:nvSpPr>
            <p:cNvPr id="157" name=""/>
            <p:cNvSpPr/>
            <p:nvPr/>
          </p:nvSpPr>
          <p:spPr>
            <a:xfrm flipH="1" flipV="1" rot="5400000">
              <a:off x="3882600" y="136728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58" name=""/>
            <p:cNvSpPr/>
            <p:nvPr/>
          </p:nvSpPr>
          <p:spPr>
            <a:xfrm flipH="1" flipV="1" rot="5400000">
              <a:off x="4759200" y="110484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59" name=""/>
            <p:cNvSpPr/>
            <p:nvPr/>
          </p:nvSpPr>
          <p:spPr>
            <a:xfrm flipH="1" flipV="1" rot="5400000">
              <a:off x="3882600" y="271800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60" name=""/>
            <p:cNvSpPr/>
            <p:nvPr/>
          </p:nvSpPr>
          <p:spPr>
            <a:xfrm flipH="1" flipV="1" rot="5400000">
              <a:off x="4759200" y="245592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61" name=""/>
            <p:cNvSpPr/>
            <p:nvPr/>
          </p:nvSpPr>
          <p:spPr>
            <a:xfrm flipH="1" flipV="1" rot="5400000">
              <a:off x="3882600" y="406764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62" name=""/>
            <p:cNvSpPr/>
            <p:nvPr/>
          </p:nvSpPr>
          <p:spPr>
            <a:xfrm flipH="1" flipV="1" rot="5400000">
              <a:off x="4759200" y="380628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тексту заголовка клацніть мишею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редагування структури клацніть мишею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Другий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Третій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Четвертий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П'ятий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Шостий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Сьомий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ftr" idx="25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sldNum" idx="26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73324B-BB4A-4580-ACA7-4662BA9FB17C}" type="slidenum"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&lt;номер&gt;</a:t>
            </a:fld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 type="dt" idx="27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&lt;дата/час&gt;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вичайни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>
            <a:off x="2103480" y="3658320"/>
            <a:ext cx="164520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69" name=""/>
          <p:cNvSpPr/>
          <p:nvPr/>
        </p:nvSpPr>
        <p:spPr>
          <a:xfrm>
            <a:off x="823320" y="-273240"/>
            <a:ext cx="2193840" cy="2193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70" name=""/>
          <p:cNvSpPr/>
          <p:nvPr/>
        </p:nvSpPr>
        <p:spPr>
          <a:xfrm>
            <a:off x="7955640" y="3109680"/>
            <a:ext cx="2193840" cy="2193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71" name=""/>
          <p:cNvSpPr/>
          <p:nvPr/>
        </p:nvSpPr>
        <p:spPr>
          <a:xfrm>
            <a:off x="9601560" y="915120"/>
            <a:ext cx="164520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172" name=""/>
          <p:cNvGrpSpPr/>
          <p:nvPr/>
        </p:nvGrpSpPr>
        <p:grpSpPr>
          <a:xfrm>
            <a:off x="3836880" y="1150560"/>
            <a:ext cx="2338920" cy="4333680"/>
            <a:chOff x="3836880" y="1150560"/>
            <a:chExt cx="2338920" cy="4333680"/>
          </a:xfrm>
        </p:grpSpPr>
        <p:sp>
          <p:nvSpPr>
            <p:cNvPr id="173" name=""/>
            <p:cNvSpPr/>
            <p:nvPr/>
          </p:nvSpPr>
          <p:spPr>
            <a:xfrm flipH="1" flipV="1" rot="5400000">
              <a:off x="3882600" y="136728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4" name=""/>
            <p:cNvSpPr/>
            <p:nvPr/>
          </p:nvSpPr>
          <p:spPr>
            <a:xfrm flipH="1" flipV="1" rot="5400000">
              <a:off x="4759200" y="110484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5" name=""/>
            <p:cNvSpPr/>
            <p:nvPr/>
          </p:nvSpPr>
          <p:spPr>
            <a:xfrm flipH="1" flipV="1" rot="5400000">
              <a:off x="3882600" y="271800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6" name=""/>
            <p:cNvSpPr/>
            <p:nvPr/>
          </p:nvSpPr>
          <p:spPr>
            <a:xfrm flipH="1" flipV="1" rot="5400000">
              <a:off x="4759200" y="245592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7" name=""/>
            <p:cNvSpPr/>
            <p:nvPr/>
          </p:nvSpPr>
          <p:spPr>
            <a:xfrm flipH="1" flipV="1" rot="5400000">
              <a:off x="3882600" y="406764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8" name=""/>
            <p:cNvSpPr/>
            <p:nvPr/>
          </p:nvSpPr>
          <p:spPr>
            <a:xfrm flipH="1" flipV="1" rot="5400000">
              <a:off x="4759200" y="3806280"/>
              <a:ext cx="1370880" cy="146232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79" name="PlaceHolder 1"/>
          <p:cNvSpPr>
            <a:spLocks noGrp="1"/>
          </p:cNvSpPr>
          <p:nvPr>
            <p:ph type="ftr" idx="28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29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306B41-E50F-4699-84BC-45D95974C71E}" type="slidenum"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&lt;номер&gt;</a:t>
            </a:fld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dt" idx="30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&lt;дата/час&gt;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>
            <a:off x="6771960" y="1300320"/>
            <a:ext cx="861120" cy="18216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83" name=""/>
          <p:cNvSpPr/>
          <p:nvPr/>
        </p:nvSpPr>
        <p:spPr>
          <a:xfrm>
            <a:off x="5813280" y="3854880"/>
            <a:ext cx="861120" cy="18216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84" name=""/>
          <p:cNvSpPr/>
          <p:nvPr/>
        </p:nvSpPr>
        <p:spPr>
          <a:xfrm>
            <a:off x="7589520" y="2560320"/>
            <a:ext cx="2193840" cy="2193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85" name=""/>
          <p:cNvSpPr/>
          <p:nvPr/>
        </p:nvSpPr>
        <p:spPr>
          <a:xfrm>
            <a:off x="3200400" y="731520"/>
            <a:ext cx="168408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86" name=""/>
          <p:cNvSpPr/>
          <p:nvPr/>
        </p:nvSpPr>
        <p:spPr>
          <a:xfrm>
            <a:off x="1424160" y="3489120"/>
            <a:ext cx="168408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87" name=""/>
          <p:cNvSpPr/>
          <p:nvPr/>
        </p:nvSpPr>
        <p:spPr>
          <a:xfrm>
            <a:off x="700920" y="1900080"/>
            <a:ext cx="1401480" cy="1848240"/>
          </a:xfrm>
          <a:custGeom>
            <a:avLst/>
            <a:gdLst>
              <a:gd name="textAreaLeft" fmla="*/ 0 w 1401480"/>
              <a:gd name="textAreaRight" fmla="*/ 1402200 w 1401480"/>
              <a:gd name="textAreaTop" fmla="*/ 0 h 1848240"/>
              <a:gd name="textAreaBottom" fmla="*/ 1848960 h 1848240"/>
            </a:gdLst>
            <a:ahLst/>
            <a:cxnLst/>
            <a:rect l="textAreaLeft" t="textAreaTop" r="textAreaRight" b="textAreaBottom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88" name=""/>
          <p:cNvSpPr/>
          <p:nvPr/>
        </p:nvSpPr>
        <p:spPr>
          <a:xfrm>
            <a:off x="3931920" y="2011680"/>
            <a:ext cx="975240" cy="1370880"/>
          </a:xfrm>
          <a:custGeom>
            <a:avLst/>
            <a:gdLst>
              <a:gd name="textAreaLeft" fmla="*/ 0 w 975240"/>
              <a:gd name="textAreaRight" fmla="*/ 975960 w 975240"/>
              <a:gd name="textAreaTop" fmla="*/ 0 h 1370880"/>
              <a:gd name="textAreaBottom" fmla="*/ 1371600 h 1370880"/>
            </a:gdLst>
            <a:ahLst/>
            <a:cxnLst/>
            <a:rect l="textAreaLeft" t="textAreaTop" r="textAreaRight" b="textAreaBottom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89" name=""/>
          <p:cNvSpPr/>
          <p:nvPr/>
        </p:nvSpPr>
        <p:spPr>
          <a:xfrm>
            <a:off x="7724880" y="2103120"/>
            <a:ext cx="778320" cy="1462320"/>
          </a:xfrm>
          <a:custGeom>
            <a:avLst/>
            <a:gdLst>
              <a:gd name="textAreaLeft" fmla="*/ 0 w 778320"/>
              <a:gd name="textAreaRight" fmla="*/ 779040 w 778320"/>
              <a:gd name="textAreaTop" fmla="*/ 0 h 1462320"/>
              <a:gd name="textAreaBottom" fmla="*/ 1463040 h 1462320"/>
            </a:gdLst>
            <a:ahLst/>
            <a:cxnLst/>
            <a:rect l="textAreaLeft" t="textAreaTop" r="textAreaRight" b="textAreaBottom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90" name=""/>
          <p:cNvSpPr/>
          <p:nvPr/>
        </p:nvSpPr>
        <p:spPr>
          <a:xfrm>
            <a:off x="1424160" y="4754880"/>
            <a:ext cx="861120" cy="18216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91" name=""/>
          <p:cNvSpPr/>
          <p:nvPr/>
        </p:nvSpPr>
        <p:spPr>
          <a:xfrm>
            <a:off x="2887200" y="1300320"/>
            <a:ext cx="861120" cy="18216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92" name="PlaceHolder 1"/>
          <p:cNvSpPr>
            <a:spLocks noGrp="1"/>
          </p:cNvSpPr>
          <p:nvPr>
            <p:ph type="ftr" idx="31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ldNum" idx="32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8F625F-DFEC-4A45-A619-BC7ED48934A1}" type="slidenum"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&lt;номер&gt;</a:t>
            </a:fld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dt" idx="33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&lt;дата/час&gt;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тексту заголовка клацніть мишею</a:t>
            </a:r>
            <a:endParaRPr b="0" lang="uk-U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редагування структури клацніть мишею</a:t>
            </a:r>
            <a:endParaRPr b="0" lang="uk-U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Другий рівень структури</a:t>
            </a:r>
            <a:endParaRPr b="0" lang="uk-U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Третій рівень структури</a:t>
            </a:r>
            <a:endParaRPr b="0" lang="uk-U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Четвертий рівень структури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П'ятий рівень структури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Шостий рівень структури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Сьомий рівень структури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вичайни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/>
          <p:nvPr/>
        </p:nvSpPr>
        <p:spPr>
          <a:xfrm>
            <a:off x="6771960" y="1300320"/>
            <a:ext cx="861120" cy="18216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98" name=""/>
          <p:cNvSpPr/>
          <p:nvPr/>
        </p:nvSpPr>
        <p:spPr>
          <a:xfrm>
            <a:off x="5813280" y="3854880"/>
            <a:ext cx="861120" cy="18216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99" name=""/>
          <p:cNvSpPr/>
          <p:nvPr/>
        </p:nvSpPr>
        <p:spPr>
          <a:xfrm>
            <a:off x="7589520" y="2560320"/>
            <a:ext cx="2193840" cy="2193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00" name=""/>
          <p:cNvSpPr/>
          <p:nvPr/>
        </p:nvSpPr>
        <p:spPr>
          <a:xfrm>
            <a:off x="3200400" y="731520"/>
            <a:ext cx="168408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01" name=""/>
          <p:cNvSpPr/>
          <p:nvPr/>
        </p:nvSpPr>
        <p:spPr>
          <a:xfrm>
            <a:off x="1424160" y="3489120"/>
            <a:ext cx="168408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02" name=""/>
          <p:cNvSpPr/>
          <p:nvPr/>
        </p:nvSpPr>
        <p:spPr>
          <a:xfrm>
            <a:off x="700920" y="1900080"/>
            <a:ext cx="1401480" cy="1848240"/>
          </a:xfrm>
          <a:custGeom>
            <a:avLst/>
            <a:gdLst>
              <a:gd name="textAreaLeft" fmla="*/ 0 w 1401480"/>
              <a:gd name="textAreaRight" fmla="*/ 1402200 w 1401480"/>
              <a:gd name="textAreaTop" fmla="*/ 0 h 1848240"/>
              <a:gd name="textAreaBottom" fmla="*/ 1848960 h 1848240"/>
            </a:gdLst>
            <a:ahLst/>
            <a:cxnLst/>
            <a:rect l="textAreaLeft" t="textAreaTop" r="textAreaRight" b="textAreaBottom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03" name=""/>
          <p:cNvSpPr/>
          <p:nvPr/>
        </p:nvSpPr>
        <p:spPr>
          <a:xfrm>
            <a:off x="3931920" y="2011680"/>
            <a:ext cx="975240" cy="1370880"/>
          </a:xfrm>
          <a:custGeom>
            <a:avLst/>
            <a:gdLst>
              <a:gd name="textAreaLeft" fmla="*/ 0 w 975240"/>
              <a:gd name="textAreaRight" fmla="*/ 975960 w 975240"/>
              <a:gd name="textAreaTop" fmla="*/ 0 h 1370880"/>
              <a:gd name="textAreaBottom" fmla="*/ 1371600 h 1370880"/>
            </a:gdLst>
            <a:ahLst/>
            <a:cxnLst/>
            <a:rect l="textAreaLeft" t="textAreaTop" r="textAreaRight" b="textAreaBottom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04" name=""/>
          <p:cNvSpPr/>
          <p:nvPr/>
        </p:nvSpPr>
        <p:spPr>
          <a:xfrm>
            <a:off x="7724880" y="2103120"/>
            <a:ext cx="778320" cy="1462320"/>
          </a:xfrm>
          <a:custGeom>
            <a:avLst/>
            <a:gdLst>
              <a:gd name="textAreaLeft" fmla="*/ 0 w 778320"/>
              <a:gd name="textAreaRight" fmla="*/ 779040 w 778320"/>
              <a:gd name="textAreaTop" fmla="*/ 0 h 1462320"/>
              <a:gd name="textAreaBottom" fmla="*/ 1463040 h 1462320"/>
            </a:gdLst>
            <a:ahLst/>
            <a:cxnLst/>
            <a:rect l="textAreaLeft" t="textAreaTop" r="textAreaRight" b="textAreaBottom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05" name=""/>
          <p:cNvSpPr/>
          <p:nvPr/>
        </p:nvSpPr>
        <p:spPr>
          <a:xfrm>
            <a:off x="1424160" y="4754880"/>
            <a:ext cx="861120" cy="18216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06" name=""/>
          <p:cNvSpPr/>
          <p:nvPr/>
        </p:nvSpPr>
        <p:spPr>
          <a:xfrm>
            <a:off x="2887200" y="1300320"/>
            <a:ext cx="861120" cy="18216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07" name="PlaceHolder 1"/>
          <p:cNvSpPr>
            <a:spLocks noGrp="1"/>
          </p:cNvSpPr>
          <p:nvPr>
            <p:ph type="ftr" idx="34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sldNum" idx="35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1F489BF-76F3-4453-ADEB-39E702FA60D4}" type="slidenum"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&lt;номер&gt;</a:t>
            </a:fld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dt" idx="36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&lt;дата/час&gt;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Jigs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"/>
          <p:cNvGrpSpPr/>
          <p:nvPr/>
        </p:nvGrpSpPr>
        <p:grpSpPr>
          <a:xfrm>
            <a:off x="2982960" y="1548000"/>
            <a:ext cx="5981760" cy="3325320"/>
            <a:chOff x="2982960" y="1548000"/>
            <a:chExt cx="5981760" cy="3325320"/>
          </a:xfrm>
        </p:grpSpPr>
        <p:sp>
          <p:nvSpPr>
            <p:cNvPr id="211" name=""/>
            <p:cNvSpPr/>
            <p:nvPr/>
          </p:nvSpPr>
          <p:spPr>
            <a:xfrm>
              <a:off x="3570480" y="1888200"/>
              <a:ext cx="4926600" cy="26226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12" name=""/>
            <p:cNvSpPr/>
            <p:nvPr/>
          </p:nvSpPr>
          <p:spPr>
            <a:xfrm>
              <a:off x="3763800" y="1585440"/>
              <a:ext cx="4926600" cy="2622600"/>
            </a:xfrm>
            <a:prstGeom prst="rect">
              <a:avLst/>
            </a:prstGeom>
            <a:noFill/>
            <a:ln w="18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9000" rIns="99000" tIns="54000" bIns="54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13" name=""/>
            <p:cNvSpPr/>
            <p:nvPr/>
          </p:nvSpPr>
          <p:spPr>
            <a:xfrm>
              <a:off x="3844800" y="1548000"/>
              <a:ext cx="1096560" cy="147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uk-UA" sz="80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rPr>
                <a:t>“</a:t>
              </a:r>
              <a:endParaRPr b="0" lang="uk-UA" sz="8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"/>
            <p:cNvSpPr/>
            <p:nvPr/>
          </p:nvSpPr>
          <p:spPr>
            <a:xfrm>
              <a:off x="7868160" y="3399840"/>
              <a:ext cx="1096560" cy="147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uk-UA" sz="80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rPr>
                <a:t>”</a:t>
              </a:r>
              <a:endParaRPr b="0" lang="uk-UA" sz="8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"/>
            <p:cNvSpPr/>
            <p:nvPr/>
          </p:nvSpPr>
          <p:spPr>
            <a:xfrm>
              <a:off x="2982960" y="4117320"/>
              <a:ext cx="1044000" cy="302040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>
                  <a:alpha val="0"/>
                </a:srgbClr>
              </a:bgClr>
            </a:patt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216" name=""/>
          <p:cNvGrpSpPr/>
          <p:nvPr/>
        </p:nvGrpSpPr>
        <p:grpSpPr>
          <a:xfrm>
            <a:off x="-927000" y="-375120"/>
            <a:ext cx="3795480" cy="6388920"/>
            <a:chOff x="-927000" y="-375120"/>
            <a:chExt cx="3795480" cy="6388920"/>
          </a:xfrm>
        </p:grpSpPr>
        <p:sp>
          <p:nvSpPr>
            <p:cNvPr id="217" name=""/>
            <p:cNvSpPr/>
            <p:nvPr/>
          </p:nvSpPr>
          <p:spPr>
            <a:xfrm rot="5400000">
              <a:off x="460440" y="-22176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18" name=""/>
            <p:cNvSpPr/>
            <p:nvPr/>
          </p:nvSpPr>
          <p:spPr>
            <a:xfrm>
              <a:off x="1144440" y="-21312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2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blurRad="0" dir="2700000" dist="101823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19" name=""/>
            <p:cNvSpPr/>
            <p:nvPr/>
          </p:nvSpPr>
          <p:spPr>
            <a:xfrm rot="5400000">
              <a:off x="-230760" y="44964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0" name=""/>
            <p:cNvSpPr/>
            <p:nvPr/>
          </p:nvSpPr>
          <p:spPr>
            <a:xfrm>
              <a:off x="448200" y="45684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1" name=""/>
            <p:cNvSpPr/>
            <p:nvPr/>
          </p:nvSpPr>
          <p:spPr>
            <a:xfrm rot="5400000">
              <a:off x="439560" y="114084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2" name=""/>
            <p:cNvSpPr/>
            <p:nvPr/>
          </p:nvSpPr>
          <p:spPr>
            <a:xfrm>
              <a:off x="1124280" y="11494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3" name=""/>
            <p:cNvSpPr/>
            <p:nvPr/>
          </p:nvSpPr>
          <p:spPr>
            <a:xfrm>
              <a:off x="-927000" y="180936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blurRad="0" dir="2700000" dist="101823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4" name=""/>
            <p:cNvSpPr/>
            <p:nvPr/>
          </p:nvSpPr>
          <p:spPr>
            <a:xfrm rot="5400000">
              <a:off x="-244800" y="181512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212529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5" name=""/>
            <p:cNvSpPr/>
            <p:nvPr/>
          </p:nvSpPr>
          <p:spPr>
            <a:xfrm>
              <a:off x="430560" y="18244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6" name=""/>
            <p:cNvSpPr/>
            <p:nvPr/>
          </p:nvSpPr>
          <p:spPr>
            <a:xfrm rot="5400000">
              <a:off x="1114200" y="18334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7" name=""/>
            <p:cNvSpPr/>
            <p:nvPr/>
          </p:nvSpPr>
          <p:spPr>
            <a:xfrm>
              <a:off x="1796040" y="183960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8" name=""/>
            <p:cNvSpPr/>
            <p:nvPr/>
          </p:nvSpPr>
          <p:spPr>
            <a:xfrm>
              <a:off x="-253440" y="249840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29" name=""/>
            <p:cNvSpPr/>
            <p:nvPr/>
          </p:nvSpPr>
          <p:spPr>
            <a:xfrm rot="5400000">
              <a:off x="422640" y="250812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30" name=""/>
            <p:cNvSpPr/>
            <p:nvPr/>
          </p:nvSpPr>
          <p:spPr>
            <a:xfrm rot="5400000">
              <a:off x="-262080" y="318024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31" name=""/>
            <p:cNvSpPr/>
            <p:nvPr/>
          </p:nvSpPr>
          <p:spPr>
            <a:xfrm>
              <a:off x="-271440" y="386244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5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blurRad="0" dir="2700000" dist="101823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32" name=""/>
            <p:cNvSpPr/>
            <p:nvPr/>
          </p:nvSpPr>
          <p:spPr>
            <a:xfrm rot="5400000">
              <a:off x="410040" y="387216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33" name=""/>
            <p:cNvSpPr/>
            <p:nvPr/>
          </p:nvSpPr>
          <p:spPr>
            <a:xfrm rot="5400000">
              <a:off x="-282600" y="454500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34" name=""/>
            <p:cNvSpPr/>
            <p:nvPr/>
          </p:nvSpPr>
          <p:spPr>
            <a:xfrm>
              <a:off x="399600" y="455436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35" name=""/>
            <p:cNvSpPr/>
            <p:nvPr/>
          </p:nvSpPr>
          <p:spPr>
            <a:xfrm>
              <a:off x="-291240" y="52282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f8f9f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36" name=""/>
            <p:cNvSpPr/>
            <p:nvPr/>
          </p:nvSpPr>
          <p:spPr>
            <a:xfrm>
              <a:off x="1070640" y="52480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237" name=""/>
          <p:cNvSpPr/>
          <p:nvPr/>
        </p:nvSpPr>
        <p:spPr>
          <a:xfrm>
            <a:off x="8538120" y="3877200"/>
            <a:ext cx="975240" cy="1370880"/>
          </a:xfrm>
          <a:custGeom>
            <a:avLst/>
            <a:gdLst>
              <a:gd name="textAreaLeft" fmla="*/ 0 w 975240"/>
              <a:gd name="textAreaRight" fmla="*/ 975960 w 975240"/>
              <a:gd name="textAreaTop" fmla="*/ 0 h 1370880"/>
              <a:gd name="textAreaBottom" fmla="*/ 1371600 h 1370880"/>
            </a:gdLst>
            <a:ahLst/>
            <a:cxnLst/>
            <a:rect l="textAreaLeft" t="textAreaTop" r="textAreaRight" b="textAreaBottom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sm" type="oval" w="lg"/>
            <a:tailEnd len="sm" type="oval" w="lg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38" name=""/>
          <p:cNvSpPr/>
          <p:nvPr/>
        </p:nvSpPr>
        <p:spPr>
          <a:xfrm>
            <a:off x="7372080" y="4974480"/>
            <a:ext cx="168408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39" name=""/>
          <p:cNvSpPr/>
          <p:nvPr/>
        </p:nvSpPr>
        <p:spPr>
          <a:xfrm>
            <a:off x="7868160" y="-329040"/>
            <a:ext cx="2010960" cy="20109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тексту заголовка клацніть мишею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редагування структури клацніть мишею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Другий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Третій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Четвертий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П'ятий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Шостий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Сьомий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ftr" idx="37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 type="sldNum" idx="38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D3BAB1-807C-4C79-8D99-B170058389D6}" type="slidenum"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&lt;номер&gt;</a:t>
            </a:fld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PlaceHolder 5"/>
          <p:cNvSpPr>
            <a:spLocks noGrp="1"/>
          </p:cNvSpPr>
          <p:nvPr>
            <p:ph type="dt" idx="39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&lt;дата/час&gt;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вичайни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"/>
          <p:cNvGrpSpPr/>
          <p:nvPr/>
        </p:nvGrpSpPr>
        <p:grpSpPr>
          <a:xfrm>
            <a:off x="2982960" y="1548000"/>
            <a:ext cx="5981760" cy="3325320"/>
            <a:chOff x="2982960" y="1548000"/>
            <a:chExt cx="5981760" cy="3325320"/>
          </a:xfrm>
        </p:grpSpPr>
        <p:sp>
          <p:nvSpPr>
            <p:cNvPr id="246" name=""/>
            <p:cNvSpPr/>
            <p:nvPr/>
          </p:nvSpPr>
          <p:spPr>
            <a:xfrm>
              <a:off x="3570480" y="1888200"/>
              <a:ext cx="4926600" cy="26226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7" name=""/>
            <p:cNvSpPr/>
            <p:nvPr/>
          </p:nvSpPr>
          <p:spPr>
            <a:xfrm>
              <a:off x="3763800" y="1585440"/>
              <a:ext cx="4926600" cy="2622600"/>
            </a:xfrm>
            <a:prstGeom prst="rect">
              <a:avLst/>
            </a:prstGeom>
            <a:noFill/>
            <a:ln w="18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9000" rIns="99000" tIns="54000" bIns="54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8" name=""/>
            <p:cNvSpPr/>
            <p:nvPr/>
          </p:nvSpPr>
          <p:spPr>
            <a:xfrm>
              <a:off x="3844800" y="1548000"/>
              <a:ext cx="1096560" cy="147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uk-UA" sz="80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rPr>
                <a:t>“</a:t>
              </a:r>
              <a:endParaRPr b="0" lang="uk-UA" sz="8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"/>
            <p:cNvSpPr/>
            <p:nvPr/>
          </p:nvSpPr>
          <p:spPr>
            <a:xfrm>
              <a:off x="7868160" y="3399840"/>
              <a:ext cx="1096560" cy="147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uk-UA" sz="80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rPr>
                <a:t>”</a:t>
              </a:r>
              <a:endParaRPr b="0" lang="uk-UA" sz="8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"/>
            <p:cNvSpPr/>
            <p:nvPr/>
          </p:nvSpPr>
          <p:spPr>
            <a:xfrm>
              <a:off x="2982960" y="4117320"/>
              <a:ext cx="1044000" cy="302040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>
                  <a:alpha val="0"/>
                </a:srgbClr>
              </a:bgClr>
            </a:patt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251" name=""/>
          <p:cNvGrpSpPr/>
          <p:nvPr/>
        </p:nvGrpSpPr>
        <p:grpSpPr>
          <a:xfrm>
            <a:off x="-927000" y="-375120"/>
            <a:ext cx="3795480" cy="6388920"/>
            <a:chOff x="-927000" y="-375120"/>
            <a:chExt cx="3795480" cy="6388920"/>
          </a:xfrm>
        </p:grpSpPr>
        <p:sp>
          <p:nvSpPr>
            <p:cNvPr id="252" name=""/>
            <p:cNvSpPr/>
            <p:nvPr/>
          </p:nvSpPr>
          <p:spPr>
            <a:xfrm rot="5400000">
              <a:off x="460440" y="-22176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3" name=""/>
            <p:cNvSpPr/>
            <p:nvPr/>
          </p:nvSpPr>
          <p:spPr>
            <a:xfrm>
              <a:off x="1144440" y="-21312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2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blurRad="0" dir="2700000" dist="101823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4" name=""/>
            <p:cNvSpPr/>
            <p:nvPr/>
          </p:nvSpPr>
          <p:spPr>
            <a:xfrm rot="5400000">
              <a:off x="-230760" y="44964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5" name=""/>
            <p:cNvSpPr/>
            <p:nvPr/>
          </p:nvSpPr>
          <p:spPr>
            <a:xfrm>
              <a:off x="448200" y="45684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6" name=""/>
            <p:cNvSpPr/>
            <p:nvPr/>
          </p:nvSpPr>
          <p:spPr>
            <a:xfrm rot="5400000">
              <a:off x="439560" y="114084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7" name=""/>
            <p:cNvSpPr/>
            <p:nvPr/>
          </p:nvSpPr>
          <p:spPr>
            <a:xfrm>
              <a:off x="1124280" y="11494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8" name=""/>
            <p:cNvSpPr/>
            <p:nvPr/>
          </p:nvSpPr>
          <p:spPr>
            <a:xfrm>
              <a:off x="-927000" y="180936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blurRad="0" dir="2700000" dist="101823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9" name=""/>
            <p:cNvSpPr/>
            <p:nvPr/>
          </p:nvSpPr>
          <p:spPr>
            <a:xfrm rot="5400000">
              <a:off x="-244800" y="181512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212529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0" name=""/>
            <p:cNvSpPr/>
            <p:nvPr/>
          </p:nvSpPr>
          <p:spPr>
            <a:xfrm>
              <a:off x="430560" y="18244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1" name=""/>
            <p:cNvSpPr/>
            <p:nvPr/>
          </p:nvSpPr>
          <p:spPr>
            <a:xfrm rot="5400000">
              <a:off x="1114200" y="18334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2" name=""/>
            <p:cNvSpPr/>
            <p:nvPr/>
          </p:nvSpPr>
          <p:spPr>
            <a:xfrm>
              <a:off x="1796040" y="183960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3" name=""/>
            <p:cNvSpPr/>
            <p:nvPr/>
          </p:nvSpPr>
          <p:spPr>
            <a:xfrm>
              <a:off x="-253440" y="249840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4" name=""/>
            <p:cNvSpPr/>
            <p:nvPr/>
          </p:nvSpPr>
          <p:spPr>
            <a:xfrm rot="5400000">
              <a:off x="422640" y="250812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5" name=""/>
            <p:cNvSpPr/>
            <p:nvPr/>
          </p:nvSpPr>
          <p:spPr>
            <a:xfrm rot="5400000">
              <a:off x="-262080" y="318024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6" name=""/>
            <p:cNvSpPr/>
            <p:nvPr/>
          </p:nvSpPr>
          <p:spPr>
            <a:xfrm>
              <a:off x="-271440" y="386244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5"/>
              <a:srcRect/>
              <a:tile tx="0" ty="0" sx="74113" sy="74113" algn="ctr"/>
            </a:blipFill>
            <a:ln w="0">
              <a:solidFill>
                <a:srgbClr val="000000"/>
              </a:solidFill>
            </a:ln>
            <a:effectLst>
              <a:outerShdw blurRad="0" dir="2700000" dist="101823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7" name=""/>
            <p:cNvSpPr/>
            <p:nvPr/>
          </p:nvSpPr>
          <p:spPr>
            <a:xfrm rot="5400000">
              <a:off x="410040" y="387216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8" name=""/>
            <p:cNvSpPr/>
            <p:nvPr/>
          </p:nvSpPr>
          <p:spPr>
            <a:xfrm rot="5400000">
              <a:off x="-282600" y="454500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9" name=""/>
            <p:cNvSpPr/>
            <p:nvPr/>
          </p:nvSpPr>
          <p:spPr>
            <a:xfrm>
              <a:off x="399600" y="455436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70" name=""/>
            <p:cNvSpPr/>
            <p:nvPr/>
          </p:nvSpPr>
          <p:spPr>
            <a:xfrm>
              <a:off x="-291240" y="52282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f8f9f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71" name=""/>
            <p:cNvSpPr/>
            <p:nvPr/>
          </p:nvSpPr>
          <p:spPr>
            <a:xfrm>
              <a:off x="1070640" y="5248080"/>
              <a:ext cx="1072440" cy="765720"/>
            </a:xfrm>
            <a:custGeom>
              <a:avLst/>
              <a:gdLst>
                <a:gd name="textAreaLeft" fmla="*/ 278280 w 1072440"/>
                <a:gd name="textAreaRight" fmla="*/ 794880 w 1072440"/>
                <a:gd name="textAreaTop" fmla="*/ 258840 h 765720"/>
                <a:gd name="textAreaBottom" fmla="*/ 507600 h 76572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272" name=""/>
          <p:cNvSpPr/>
          <p:nvPr/>
        </p:nvSpPr>
        <p:spPr>
          <a:xfrm>
            <a:off x="8538120" y="3877200"/>
            <a:ext cx="975240" cy="1370880"/>
          </a:xfrm>
          <a:custGeom>
            <a:avLst/>
            <a:gdLst>
              <a:gd name="textAreaLeft" fmla="*/ 0 w 975240"/>
              <a:gd name="textAreaRight" fmla="*/ 975960 w 975240"/>
              <a:gd name="textAreaTop" fmla="*/ 0 h 1370880"/>
              <a:gd name="textAreaBottom" fmla="*/ 1371600 h 1370880"/>
            </a:gdLst>
            <a:ahLst/>
            <a:cxnLst/>
            <a:rect l="textAreaLeft" t="textAreaTop" r="textAreaRight" b="textAreaBottom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sm" type="oval" w="lg"/>
            <a:tailEnd len="sm" type="oval" w="lg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73" name=""/>
          <p:cNvSpPr/>
          <p:nvPr/>
        </p:nvSpPr>
        <p:spPr>
          <a:xfrm>
            <a:off x="7372080" y="4974480"/>
            <a:ext cx="1684080" cy="1645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74" name=""/>
          <p:cNvSpPr/>
          <p:nvPr/>
        </p:nvSpPr>
        <p:spPr>
          <a:xfrm>
            <a:off x="7868160" y="-329040"/>
            <a:ext cx="2010960" cy="20109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75" name="PlaceHolder 1"/>
          <p:cNvSpPr>
            <a:spLocks noGrp="1"/>
          </p:cNvSpPr>
          <p:nvPr>
            <p:ph type="ftr" idx="40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sldNum" idx="41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C95856-CCED-4E43-9925-E2A4A54C73B2}" type="slidenum"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&lt;номер&gt;</a:t>
            </a:fld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dt" idx="42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&lt;дата/час&gt;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7451539B-B7EF-4BC9-B1E4-2A02EE23A3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uk-UA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"/>
          <p:cNvSpPr/>
          <p:nvPr/>
        </p:nvSpPr>
        <p:spPr>
          <a:xfrm rot="18876000">
            <a:off x="8645760" y="-405000"/>
            <a:ext cx="2894760" cy="289476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02" name=""/>
          <p:cNvSpPr/>
          <p:nvPr/>
        </p:nvSpPr>
        <p:spPr>
          <a:xfrm rot="18876000">
            <a:off x="8665920" y="3983040"/>
            <a:ext cx="2894760" cy="289476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03" name=""/>
          <p:cNvSpPr/>
          <p:nvPr/>
        </p:nvSpPr>
        <p:spPr>
          <a:xfrm rot="18964800">
            <a:off x="993600" y="5915880"/>
            <a:ext cx="2588040" cy="7308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04" name=""/>
          <p:cNvSpPr/>
          <p:nvPr/>
        </p:nvSpPr>
        <p:spPr>
          <a:xfrm rot="18964800">
            <a:off x="-1296720" y="5513760"/>
            <a:ext cx="2588040" cy="7308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05" name=""/>
          <p:cNvSpPr/>
          <p:nvPr/>
        </p:nvSpPr>
        <p:spPr>
          <a:xfrm rot="18964800">
            <a:off x="3681720" y="339480"/>
            <a:ext cx="3457080" cy="9216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06" name=""/>
          <p:cNvSpPr/>
          <p:nvPr/>
        </p:nvSpPr>
        <p:spPr>
          <a:xfrm rot="18964800">
            <a:off x="1445400" y="-757800"/>
            <a:ext cx="2588040" cy="7308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07" name=""/>
          <p:cNvSpPr/>
          <p:nvPr/>
        </p:nvSpPr>
        <p:spPr>
          <a:xfrm rot="18964800">
            <a:off x="-726840" y="3295080"/>
            <a:ext cx="2588040" cy="51228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08" name="PlaceHolder 1"/>
          <p:cNvSpPr>
            <a:spLocks noGrp="1"/>
          </p:cNvSpPr>
          <p:nvPr>
            <p:ph type="ftr" idx="46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sldNum" idx="47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6E47A1-409D-4451-961A-D4352D311E13}" type="slidenum"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1</a:t>
            </a:fld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dt" idx="48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тексту заголовка клацніть мишею</a:t>
            </a:r>
            <a:endParaRPr b="0" lang="uk-U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редагування структури клацніть мишею</a:t>
            </a:r>
            <a:endParaRPr b="0" lang="uk-U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Другий рівень структури</a:t>
            </a:r>
            <a:endParaRPr b="0" lang="uk-U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Третій рівень структури</a:t>
            </a:r>
            <a:endParaRPr b="0" lang="uk-U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Четвертий рівень структури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П'ятий рівень структури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Шостий рівень структури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Сьомий рівень структури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Звичайни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"/>
          <p:cNvSpPr/>
          <p:nvPr/>
        </p:nvSpPr>
        <p:spPr>
          <a:xfrm rot="18876000">
            <a:off x="8645760" y="-405000"/>
            <a:ext cx="2894760" cy="289476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14" name=""/>
          <p:cNvSpPr/>
          <p:nvPr/>
        </p:nvSpPr>
        <p:spPr>
          <a:xfrm rot="18876000">
            <a:off x="8665920" y="3983040"/>
            <a:ext cx="2894760" cy="289476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15" name=""/>
          <p:cNvSpPr/>
          <p:nvPr/>
        </p:nvSpPr>
        <p:spPr>
          <a:xfrm rot="18964800">
            <a:off x="993600" y="5915880"/>
            <a:ext cx="2588040" cy="7308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16" name=""/>
          <p:cNvSpPr/>
          <p:nvPr/>
        </p:nvSpPr>
        <p:spPr>
          <a:xfrm rot="18964800">
            <a:off x="-1296720" y="5513760"/>
            <a:ext cx="2588040" cy="7308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17" name=""/>
          <p:cNvSpPr/>
          <p:nvPr/>
        </p:nvSpPr>
        <p:spPr>
          <a:xfrm rot="18964800">
            <a:off x="3681720" y="339480"/>
            <a:ext cx="3457080" cy="9216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18" name=""/>
          <p:cNvSpPr/>
          <p:nvPr/>
        </p:nvSpPr>
        <p:spPr>
          <a:xfrm rot="18964800">
            <a:off x="1445400" y="-757800"/>
            <a:ext cx="2588040" cy="7308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19" name=""/>
          <p:cNvSpPr/>
          <p:nvPr/>
        </p:nvSpPr>
        <p:spPr>
          <a:xfrm rot="18964800">
            <a:off x="-726840" y="3295080"/>
            <a:ext cx="2588040" cy="51228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тексту заголовка клацніть мишею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редагування структури клацніть мишею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Другий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Третій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Четвертий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П'ятий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Шостий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Сьомий рівень структури</a:t>
            </a:r>
            <a:endParaRPr b="0" lang="uk-U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ftr" idx="49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PlaceHolder 4"/>
          <p:cNvSpPr>
            <a:spLocks noGrp="1"/>
          </p:cNvSpPr>
          <p:nvPr>
            <p:ph type="sldNum" idx="50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C90251-0FD3-41EE-9724-B68C270F5956}" type="slidenum"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&lt;номер&gt;</a:t>
            </a:fld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PlaceHolder 5"/>
          <p:cNvSpPr>
            <a:spLocks noGrp="1"/>
          </p:cNvSpPr>
          <p:nvPr>
            <p:ph type="dt" idx="51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&lt;дата/час&gt;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вичайни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"/>
          <p:cNvSpPr/>
          <p:nvPr/>
        </p:nvSpPr>
        <p:spPr>
          <a:xfrm rot="18876000">
            <a:off x="8645760" y="-405000"/>
            <a:ext cx="2894760" cy="289476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26" name=""/>
          <p:cNvSpPr/>
          <p:nvPr/>
        </p:nvSpPr>
        <p:spPr>
          <a:xfrm rot="18876000">
            <a:off x="8665920" y="3983040"/>
            <a:ext cx="2894760" cy="289476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27" name=""/>
          <p:cNvSpPr/>
          <p:nvPr/>
        </p:nvSpPr>
        <p:spPr>
          <a:xfrm rot="18964800">
            <a:off x="993600" y="5915880"/>
            <a:ext cx="2588040" cy="7308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28" name=""/>
          <p:cNvSpPr/>
          <p:nvPr/>
        </p:nvSpPr>
        <p:spPr>
          <a:xfrm rot="18964800">
            <a:off x="-1296720" y="5513760"/>
            <a:ext cx="2588040" cy="7308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29" name=""/>
          <p:cNvSpPr/>
          <p:nvPr/>
        </p:nvSpPr>
        <p:spPr>
          <a:xfrm rot="18964800">
            <a:off x="3681720" y="339480"/>
            <a:ext cx="3457080" cy="9216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30" name=""/>
          <p:cNvSpPr/>
          <p:nvPr/>
        </p:nvSpPr>
        <p:spPr>
          <a:xfrm rot="18964800">
            <a:off x="1445400" y="-757800"/>
            <a:ext cx="2588040" cy="7308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31" name=""/>
          <p:cNvSpPr/>
          <p:nvPr/>
        </p:nvSpPr>
        <p:spPr>
          <a:xfrm rot="18964800">
            <a:off x="-726840" y="3295080"/>
            <a:ext cx="2588040" cy="51228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32" name="PlaceHolder 1"/>
          <p:cNvSpPr>
            <a:spLocks noGrp="1"/>
          </p:cNvSpPr>
          <p:nvPr>
            <p:ph type="ftr" idx="52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 type="sldNum" idx="53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EEE5DF-52D9-4BBD-9D00-641D89A96568}" type="slidenum"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&lt;номер&gt;</a:t>
            </a:fld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dt" idx="54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&lt;дата/час&gt;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тексту заголовка клацніть мишею</a:t>
            </a:r>
            <a:endParaRPr b="0" lang="uk-U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редагування структури клацніть мишею</a:t>
            </a:r>
            <a:endParaRPr b="0" lang="uk-U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Другий рівень структури</a:t>
            </a:r>
            <a:endParaRPr b="0" lang="uk-U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Третій рівень структури</a:t>
            </a:r>
            <a:endParaRPr b="0" lang="uk-UA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Четвертий рівень структури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П'ятий рівень структури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Шостий рівень структури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Сьомий рівень структури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<Relationship Id="rId17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2"/>
    <p:sldLayoutId id="2147483659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2"/>
    <p:sldLayoutId id="2147483665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  <p:sldLayoutId id="2147483668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"/>
          <p:cNvSpPr/>
          <p:nvPr/>
        </p:nvSpPr>
        <p:spPr>
          <a:xfrm>
            <a:off x="8266320" y="4115520"/>
            <a:ext cx="1919520" cy="19195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79" name=""/>
          <p:cNvSpPr/>
          <p:nvPr/>
        </p:nvSpPr>
        <p:spPr>
          <a:xfrm>
            <a:off x="7717680" y="-548280"/>
            <a:ext cx="1919520" cy="19195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280" name=""/>
          <p:cNvGrpSpPr/>
          <p:nvPr/>
        </p:nvGrpSpPr>
        <p:grpSpPr>
          <a:xfrm>
            <a:off x="-146520" y="68760"/>
            <a:ext cx="914040" cy="914760"/>
            <a:chOff x="-146520" y="68760"/>
            <a:chExt cx="914040" cy="914760"/>
          </a:xfrm>
        </p:grpSpPr>
        <p:sp>
          <p:nvSpPr>
            <p:cNvPr id="281" name=""/>
            <p:cNvSpPr/>
            <p:nvPr/>
          </p:nvSpPr>
          <p:spPr>
            <a:xfrm flipV="1" rot="5395800">
              <a:off x="219240" y="800280"/>
              <a:ext cx="182160" cy="182160"/>
            </a:xfrm>
            <a:prstGeom prst="ellipse">
              <a:avLst/>
            </a:prstGeom>
            <a:blipFill rotWithShape="0">
              <a:blip r:embed="rId2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82" name=""/>
            <p:cNvSpPr/>
            <p:nvPr/>
          </p:nvSpPr>
          <p:spPr>
            <a:xfrm flipV="1" rot="5395800">
              <a:off x="218880" y="434520"/>
              <a:ext cx="182160" cy="182160"/>
            </a:xfrm>
            <a:prstGeom prst="ellipse">
              <a:avLst/>
            </a:prstGeom>
            <a:blipFill rotWithShape="0">
              <a:blip r:embed="rId3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83" name=""/>
            <p:cNvSpPr/>
            <p:nvPr/>
          </p:nvSpPr>
          <p:spPr>
            <a:xfrm flipV="1" rot="5395800">
              <a:off x="218520" y="69120"/>
              <a:ext cx="182160" cy="182160"/>
            </a:xfrm>
            <a:prstGeom prst="ellipse">
              <a:avLst/>
            </a:prstGeom>
            <a:blipFill rotWithShape="0">
              <a:blip r:embed="rId4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84" name=""/>
            <p:cNvSpPr/>
            <p:nvPr/>
          </p:nvSpPr>
          <p:spPr>
            <a:xfrm flipV="1" rot="5395800">
              <a:off x="584280" y="68400"/>
              <a:ext cx="182160" cy="182160"/>
            </a:xfrm>
            <a:prstGeom prst="ellipse">
              <a:avLst/>
            </a:prstGeom>
            <a:blipFill rotWithShape="0">
              <a:blip r:embed="rId5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85" name=""/>
            <p:cNvSpPr/>
            <p:nvPr/>
          </p:nvSpPr>
          <p:spPr>
            <a:xfrm flipV="1" rot="5395800">
              <a:off x="584280" y="434160"/>
              <a:ext cx="182160" cy="182160"/>
            </a:xfrm>
            <a:prstGeom prst="ellipse">
              <a:avLst/>
            </a:prstGeom>
            <a:blipFill rotWithShape="0">
              <a:blip r:embed="rId6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86" name=""/>
            <p:cNvSpPr/>
            <p:nvPr/>
          </p:nvSpPr>
          <p:spPr>
            <a:xfrm flipV="1" rot="5395800">
              <a:off x="585000" y="800280"/>
              <a:ext cx="182160" cy="182160"/>
            </a:xfrm>
            <a:prstGeom prst="ellipse">
              <a:avLst/>
            </a:prstGeom>
            <a:blipFill rotWithShape="0">
              <a:blip r:embed="rId7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87" name=""/>
            <p:cNvSpPr/>
            <p:nvPr/>
          </p:nvSpPr>
          <p:spPr>
            <a:xfrm flipV="1" rot="5395800">
              <a:off x="-145440" y="800640"/>
              <a:ext cx="182160" cy="182160"/>
            </a:xfrm>
            <a:prstGeom prst="ellipse">
              <a:avLst/>
            </a:prstGeom>
            <a:blipFill rotWithShape="0">
              <a:blip r:embed="rId8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88" name=""/>
            <p:cNvSpPr/>
            <p:nvPr/>
          </p:nvSpPr>
          <p:spPr>
            <a:xfrm flipV="1" rot="5395800">
              <a:off x="-146160" y="435240"/>
              <a:ext cx="182160" cy="182160"/>
            </a:xfrm>
            <a:prstGeom prst="ellipse">
              <a:avLst/>
            </a:prstGeom>
            <a:blipFill rotWithShape="0">
              <a:blip r:embed="rId9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89" name=""/>
            <p:cNvSpPr/>
            <p:nvPr/>
          </p:nvSpPr>
          <p:spPr>
            <a:xfrm flipV="1" rot="5395800">
              <a:off x="-146160" y="69120"/>
              <a:ext cx="182160" cy="182160"/>
            </a:xfrm>
            <a:prstGeom prst="ellipse">
              <a:avLst/>
            </a:prstGeom>
            <a:blipFill rotWithShape="0">
              <a:blip r:embed="rId10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290" name=""/>
          <p:cNvGrpSpPr/>
          <p:nvPr/>
        </p:nvGrpSpPr>
        <p:grpSpPr>
          <a:xfrm>
            <a:off x="9545040" y="4645440"/>
            <a:ext cx="549000" cy="914760"/>
            <a:chOff x="9545040" y="4645440"/>
            <a:chExt cx="549000" cy="914760"/>
          </a:xfrm>
        </p:grpSpPr>
        <p:sp>
          <p:nvSpPr>
            <p:cNvPr id="291" name=""/>
            <p:cNvSpPr/>
            <p:nvPr/>
          </p:nvSpPr>
          <p:spPr>
            <a:xfrm flipV="1" rot="5395800">
              <a:off x="9911520" y="5376600"/>
              <a:ext cx="182160" cy="182160"/>
            </a:xfrm>
            <a:prstGeom prst="ellipse">
              <a:avLst/>
            </a:prstGeom>
            <a:blipFill rotWithShape="0">
              <a:blip r:embed="rId11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92" name=""/>
            <p:cNvSpPr/>
            <p:nvPr/>
          </p:nvSpPr>
          <p:spPr>
            <a:xfrm flipV="1" rot="5395800">
              <a:off x="9911160" y="5011200"/>
              <a:ext cx="182160" cy="182160"/>
            </a:xfrm>
            <a:prstGeom prst="ellipse">
              <a:avLst/>
            </a:prstGeom>
            <a:blipFill rotWithShape="0">
              <a:blip r:embed="rId12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93" name=""/>
            <p:cNvSpPr/>
            <p:nvPr/>
          </p:nvSpPr>
          <p:spPr>
            <a:xfrm flipV="1" rot="5395800">
              <a:off x="9910440" y="4645080"/>
              <a:ext cx="182160" cy="182160"/>
            </a:xfrm>
            <a:prstGeom prst="ellipse">
              <a:avLst/>
            </a:prstGeom>
            <a:blipFill rotWithShape="0">
              <a:blip r:embed="rId13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94" name=""/>
            <p:cNvSpPr/>
            <p:nvPr/>
          </p:nvSpPr>
          <p:spPr>
            <a:xfrm flipV="1" rot="5395800">
              <a:off x="9545400" y="5377320"/>
              <a:ext cx="182160" cy="182160"/>
            </a:xfrm>
            <a:prstGeom prst="ellipse">
              <a:avLst/>
            </a:prstGeom>
            <a:blipFill rotWithShape="0">
              <a:blip r:embed="rId14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95" name=""/>
            <p:cNvSpPr/>
            <p:nvPr/>
          </p:nvSpPr>
          <p:spPr>
            <a:xfrm flipV="1" rot="5395800">
              <a:off x="9545400" y="5011200"/>
              <a:ext cx="182160" cy="182160"/>
            </a:xfrm>
            <a:prstGeom prst="ellipse">
              <a:avLst/>
            </a:prstGeom>
            <a:blipFill rotWithShape="0">
              <a:blip r:embed="rId15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96" name=""/>
            <p:cNvSpPr/>
            <p:nvPr/>
          </p:nvSpPr>
          <p:spPr>
            <a:xfrm flipV="1" rot="5395800">
              <a:off x="9545040" y="4645440"/>
              <a:ext cx="182160" cy="182160"/>
            </a:xfrm>
            <a:prstGeom prst="ellipse">
              <a:avLst/>
            </a:prstGeom>
            <a:blipFill rotWithShape="0">
              <a:blip r:embed="rId16"/>
              <a:srcRect/>
              <a:tile tx="0" ty="0" sx="74113" sy="74113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uk-UA" sz="18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297" name=""/>
          <p:cNvSpPr/>
          <p:nvPr/>
        </p:nvSpPr>
        <p:spPr>
          <a:xfrm>
            <a:off x="-146160" y="3109320"/>
            <a:ext cx="1919520" cy="19195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98" name="PlaceHolder 1"/>
          <p:cNvSpPr>
            <a:spLocks noGrp="1"/>
          </p:cNvSpPr>
          <p:nvPr>
            <p:ph type="ftr" idx="43"/>
          </p:nvPr>
        </p:nvSpPr>
        <p:spPr>
          <a:xfrm>
            <a:off x="3442680" y="516600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&lt;нижній колонтитул&gt;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sldNum" idx="44"/>
          </p:nvPr>
        </p:nvSpPr>
        <p:spPr>
          <a:xfrm>
            <a:off x="722736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053CEC-0F95-49AA-8B66-DCCCFF02EC79}" type="slidenum"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&lt;номер&gt;</a:t>
            </a:fld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dt" idx="45"/>
          </p:nvPr>
        </p:nvSpPr>
        <p:spPr>
          <a:xfrm>
            <a:off x="468000" y="516600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uk-U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&lt;дата/час&gt;</a:t>
            </a:r>
            <a:endParaRPr b="0" lang="uk-U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7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  <p:sldLayoutId id="2147483673" r:id="rId3"/>
    <p:sldLayoutId id="2147483674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docs.google.com/document/d/16B-W9jZIcY7svDihl_sXKM-mEDh7A2ug1KSjxsId3u4/edit?tab=t.0" TargetMode="External"/><Relationship Id="rId2" Type="http://schemas.openxmlformats.org/officeDocument/2006/relationships/hyperlink" Target="https://public.tableau.com/app/profile/kateryna.maiatska/viz/Project_2_Revenue_Metrics/RevenueMetrics" TargetMode="External"/><Relationship Id="rId3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360000" y="4233600"/>
            <a:ext cx="7019280" cy="75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uk-UA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Product Metrics Analysis </a:t>
            </a:r>
            <a:endParaRPr b="0" lang="uk-U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subTitle"/>
          </p:nvPr>
        </p:nvSpPr>
        <p:spPr>
          <a:xfrm>
            <a:off x="360000" y="5091120"/>
            <a:ext cx="7019280" cy="3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19999"/>
          </a:bodyPr>
          <a:p>
            <a:pPr indent="0" algn="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Final Project for the ‘Data Analyst’ Course, Kateryna Mayatska 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endParaRPr b="0" lang="uk-U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9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472960" y="15840"/>
            <a:ext cx="1598040" cy="93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fld id="{467A552F-B5C5-4EE3-9F2B-28A964BAEE81}" type="datetime1">
              <a:rPr lang="uk-UA"/>
              <a:t>02.01.2026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uk-UA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The idea of the project</a:t>
            </a:r>
            <a:endParaRPr b="0" lang="uk-U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616248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Create a dashboard for a product 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manager with the goal of analyzing 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revenue from the project, 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tracking its dynamics, 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and performing high-level 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analysis of changes.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79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uk-UA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Project Data </a:t>
            </a:r>
            <a:endParaRPr b="0" lang="uk-U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/>
          </p:nvPr>
        </p:nvSpPr>
        <p:spPr>
          <a:xfrm>
            <a:off x="1260000" y="1800000"/>
            <a:ext cx="827928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For the analysis, data from a SQL database were used: project.games_payments and project.games_paid_users. 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Domain: gaming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Period: 2022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468000" y="144000"/>
            <a:ext cx="9071280" cy="75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uk-UA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Project Description </a:t>
            </a:r>
            <a:endParaRPr b="0" lang="uk-U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/>
          </p:nvPr>
        </p:nvSpPr>
        <p:spPr>
          <a:xfrm>
            <a:off x="1080000" y="1008720"/>
            <a:ext cx="2520000" cy="115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Duration: 5 days 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/>
          </p:nvPr>
        </p:nvSpPr>
        <p:spPr>
          <a:xfrm>
            <a:off x="2160000" y="3060000"/>
            <a:ext cx="4319280" cy="251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Applied functionality: 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  <a:tabLst>
                <a:tab algn="l" pos="0"/>
              </a:tabLst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The project includes SQL queries for data selection, transformation, and preparation 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  <a:tabLst>
                <a:tab algn="l" pos="0"/>
              </a:tabLst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Dashboard for interactive visualization and analysis of metrics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4"/>
          <p:cNvSpPr>
            <a:spLocks noGrp="1"/>
          </p:cNvSpPr>
          <p:nvPr>
            <p:ph/>
          </p:nvPr>
        </p:nvSpPr>
        <p:spPr>
          <a:xfrm>
            <a:off x="5760000" y="1440000"/>
            <a:ext cx="3419280" cy="133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Technologies used: DBeaver (PostgreSQL), Tableau 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8" name="" descr=""/>
          <p:cNvPicPr/>
          <p:nvPr/>
        </p:nvPicPr>
        <p:blipFill>
          <a:blip r:embed="rId1"/>
          <a:stretch/>
        </p:blipFill>
        <p:spPr>
          <a:xfrm>
            <a:off x="1080000" y="2700000"/>
            <a:ext cx="1079280" cy="107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9" name="" descr=""/>
          <p:cNvPicPr/>
          <p:nvPr/>
        </p:nvPicPr>
        <p:blipFill>
          <a:blip r:embed="rId2"/>
          <a:stretch/>
        </p:blipFill>
        <p:spPr>
          <a:xfrm>
            <a:off x="4860000" y="1980000"/>
            <a:ext cx="719280" cy="71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0" name="" descr=""/>
          <p:cNvPicPr/>
          <p:nvPr/>
        </p:nvPicPr>
        <p:blipFill>
          <a:blip r:embed="rId3"/>
          <a:stretch/>
        </p:blipFill>
        <p:spPr>
          <a:xfrm>
            <a:off x="7081200" y="3420720"/>
            <a:ext cx="658080" cy="71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468000" y="10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uk-UA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Metrics for Analysis </a:t>
            </a:r>
            <a:endParaRPr b="0" lang="uk-U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468000" y="1080000"/>
            <a:ext cx="3131280" cy="53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MRR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/>
          </p:nvPr>
        </p:nvSpPr>
        <p:spPr>
          <a:xfrm>
            <a:off x="6480000" y="3780000"/>
            <a:ext cx="3131280" cy="140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LT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LTV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ARPPU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/>
          </p:nvPr>
        </p:nvSpPr>
        <p:spPr>
          <a:xfrm>
            <a:off x="468000" y="4320000"/>
            <a:ext cx="3131280" cy="118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Churned Users Rate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Churned MRR Rate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5"/>
          <p:cNvSpPr>
            <a:spLocks noGrp="1"/>
          </p:cNvSpPr>
          <p:nvPr>
            <p:ph/>
          </p:nvPr>
        </p:nvSpPr>
        <p:spPr>
          <a:xfrm>
            <a:off x="6408000" y="1080000"/>
            <a:ext cx="3131280" cy="71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Paid Users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uk-U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6"/>
          <p:cNvSpPr>
            <a:spLocks noGrp="1"/>
          </p:cNvSpPr>
          <p:nvPr>
            <p:ph/>
          </p:nvPr>
        </p:nvSpPr>
        <p:spPr>
          <a:xfrm>
            <a:off x="6480000" y="1980000"/>
            <a:ext cx="3131280" cy="140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New paid Users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Churned Users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Returnig Users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7"/>
          <p:cNvSpPr>
            <a:spLocks noGrp="1"/>
          </p:cNvSpPr>
          <p:nvPr>
            <p:ph/>
          </p:nvPr>
        </p:nvSpPr>
        <p:spPr>
          <a:xfrm>
            <a:off x="468000" y="1620000"/>
            <a:ext cx="3131280" cy="251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New MRR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Churned MRR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Returning MRR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Expansion MRR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Contraction MRR</a:t>
            </a:r>
            <a:endParaRPr b="0" lang="uk-U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uk-UA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Challenges Faced </a:t>
            </a:r>
            <a:endParaRPr b="0" lang="uk-U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/>
          </p:nvPr>
        </p:nvSpPr>
        <p:spPr>
          <a:xfrm>
            <a:off x="3960000" y="1980000"/>
            <a:ext cx="4032000" cy="25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Determine which metrics are appropriate and convenient to calculate in SQL, and which should be aggregated and calculated directly in Tableau. 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Decide which indicators to group together and which data to display on the dashboard so that it is not overloaded, yet remains as informative as possible. 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Verify data completeness in visualizations. During the first attempt to build the MRR components chart, it was noticed that the data were incomplete and did not provide a full picture because revenue from returning users was not taken into account. 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39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uk-UA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Proposed Solutions </a:t>
            </a:r>
            <a:endParaRPr b="0" lang="uk-U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/>
          </p:nvPr>
        </p:nvSpPr>
        <p:spPr>
          <a:xfrm>
            <a:off x="3888720" y="1712160"/>
            <a:ext cx="4571280" cy="27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It was decided that aggregations and ratio calculations would be performed in Tableau, as this ensures correct results display when using interactive filters. 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For a deeper analysis of the relationship between key metrics and their impact on management decisions and project profitability, additional informational resources were used. 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To form a complete picture of revenue dynamics and user activity, the metrics Returning MRRand Returning Userswere added. 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"/>
          <p:cNvSpPr/>
          <p:nvPr/>
        </p:nvSpPr>
        <p:spPr>
          <a:xfrm>
            <a:off x="496080" y="576000"/>
            <a:ext cx="1096560" cy="11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uk-UA" sz="60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rPr>
              <a:t>01</a:t>
            </a:r>
            <a:endParaRPr b="0" lang="uk-UA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2124000" y="3078720"/>
            <a:ext cx="1096560" cy="11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uk-UA" sz="60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rPr>
              <a:t>02</a:t>
            </a:r>
            <a:endParaRPr b="0" lang="uk-UA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4610880" y="576000"/>
            <a:ext cx="1096560" cy="11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uk-UA" sz="60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rPr>
              <a:t>03</a:t>
            </a:r>
            <a:endParaRPr b="0" lang="uk-UA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6660000" y="3204000"/>
            <a:ext cx="1096560" cy="11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uk-UA" sz="60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rPr>
              <a:t>04</a:t>
            </a:r>
            <a:endParaRPr b="0" lang="uk-UA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468000" y="144000"/>
            <a:ext cx="9071280" cy="75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uk-UA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Project Stages </a:t>
            </a:r>
            <a:endParaRPr b="0" lang="uk-U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/>
          </p:nvPr>
        </p:nvSpPr>
        <p:spPr>
          <a:xfrm>
            <a:off x="954000" y="1512000"/>
            <a:ext cx="3419280" cy="15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6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Familiarization with the available data and determination of which data transformations are necessary for further visualization, as well as which metrics are appropriate to calculate using SQL queries. </a:t>
            </a:r>
            <a:endParaRPr b="0" lang="uk-UA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uk-UA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/>
          </p:nvPr>
        </p:nvSpPr>
        <p:spPr>
          <a:xfrm>
            <a:off x="5076000" y="1512000"/>
            <a:ext cx="3419280" cy="133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36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The resulting file with transformed and prepared data is loaded into Tableau for visualization. </a:t>
            </a:r>
            <a:endParaRPr b="0" lang="uk-UA" sz="13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4"/>
          <p:cNvSpPr>
            <a:spLocks noGrp="1"/>
          </p:cNvSpPr>
          <p:nvPr>
            <p:ph/>
          </p:nvPr>
        </p:nvSpPr>
        <p:spPr>
          <a:xfrm>
            <a:off x="2124000" y="4050000"/>
            <a:ext cx="3923280" cy="161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3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Writing the SQL-</a:t>
            </a:r>
            <a:r>
              <a:rPr b="0" lang="uk-UA" sz="1300" strike="noStrike" u="none">
                <a:solidFill>
                  <a:srgbClr val="000000"/>
                </a:solidFill>
                <a:effectLst/>
                <a:uFillTx/>
                <a:latin typeface="Noto Sans"/>
                <a:hlinkClick r:id="rId1"/>
              </a:rPr>
              <a:t>Query</a:t>
            </a:r>
            <a:r>
              <a:rPr b="0" lang="uk-UA" sz="13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. The query was implemented as a CTE using window functions. The following metrics were calculated: MRR, New MRR, New Paid Users, Churned MRR, Churned Users, Expansion MRR, Contraction MRR, Returning MRR, Returning Users. </a:t>
            </a:r>
            <a:endParaRPr b="0" lang="uk-UA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5"/>
          <p:cNvSpPr>
            <a:spLocks noGrp="1"/>
          </p:cNvSpPr>
          <p:nvPr>
            <p:ph/>
          </p:nvPr>
        </p:nvSpPr>
        <p:spPr>
          <a:xfrm>
            <a:off x="6300000" y="4140000"/>
            <a:ext cx="3599280" cy="133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3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Calculation in Tableau of the remaining metrics: ARPPU, LT, LTV, Paid Users, Churned Users Rate, Churned MRR Rate. Visualization of the results on the </a:t>
            </a:r>
            <a:r>
              <a:rPr b="0" lang="uk-UA" sz="1300" strike="noStrike" u="none">
                <a:solidFill>
                  <a:srgbClr val="000000"/>
                </a:solidFill>
                <a:effectLst/>
                <a:uFillTx/>
                <a:latin typeface="Noto Sans"/>
                <a:hlinkClick r:id="rId2"/>
              </a:rPr>
              <a:t>dashboard</a:t>
            </a:r>
            <a:r>
              <a:rPr b="0" lang="uk-UA" sz="13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 with added filters for month, user age, and user language. </a:t>
            </a:r>
            <a:endParaRPr b="0" lang="uk-UA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" descr=""/>
          <p:cNvPicPr/>
          <p:nvPr/>
        </p:nvPicPr>
        <p:blipFill>
          <a:blip r:embed="rId1"/>
          <a:stretch/>
        </p:blipFill>
        <p:spPr>
          <a:xfrm>
            <a:off x="147960" y="877680"/>
            <a:ext cx="4721400" cy="458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2" name=""/>
          <p:cNvSpPr/>
          <p:nvPr/>
        </p:nvSpPr>
        <p:spPr>
          <a:xfrm>
            <a:off x="439200" y="207000"/>
            <a:ext cx="798372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uk-UA" sz="32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rPr>
              <a:t>SQL - query</a:t>
            </a:r>
            <a:endParaRPr b="0" lang="uk-U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3" name="" descr=""/>
          <p:cNvPicPr/>
          <p:nvPr/>
        </p:nvPicPr>
        <p:blipFill>
          <a:blip r:embed="rId2"/>
          <a:stretch/>
        </p:blipFill>
        <p:spPr>
          <a:xfrm>
            <a:off x="4745880" y="1017720"/>
            <a:ext cx="5032440" cy="4191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" descr=""/>
          <p:cNvPicPr/>
          <p:nvPr/>
        </p:nvPicPr>
        <p:blipFill>
          <a:blip r:embed="rId1"/>
          <a:stretch/>
        </p:blipFill>
        <p:spPr>
          <a:xfrm>
            <a:off x="31680" y="16560"/>
            <a:ext cx="10078920" cy="566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"/>
          <p:cNvSpPr/>
          <p:nvPr/>
        </p:nvSpPr>
        <p:spPr>
          <a:xfrm>
            <a:off x="6840000" y="1260000"/>
            <a:ext cx="3420000" cy="4093560"/>
          </a:xfrm>
          <a:custGeom>
            <a:avLst/>
            <a:gdLst>
              <a:gd name="textAreaLeft" fmla="*/ 0 w 3420000"/>
              <a:gd name="textAreaRight" fmla="*/ 3420360 w 3420000"/>
              <a:gd name="textAreaTop" fmla="*/ 0 h 4093560"/>
              <a:gd name="textAreaBottom" fmla="*/ 4094280 h 4093560"/>
            </a:gdLst>
            <a:ahLst/>
            <a:cxnLst/>
            <a:rect l="textAreaLeft" t="textAreaTop" r="textAreaRight" b="textAreaBottom"/>
            <a:pathLst>
              <a:path w="11373" h="11373">
                <a:moveTo>
                  <a:pt x="0" y="5726"/>
                </a:moveTo>
                <a:lnTo>
                  <a:pt x="5646" y="0"/>
                </a:lnTo>
                <a:lnTo>
                  <a:pt x="11373" y="5648"/>
                </a:lnTo>
                <a:lnTo>
                  <a:pt x="5727" y="11373"/>
                </a:lnTo>
                <a:lnTo>
                  <a:pt x="5725" y="11373"/>
                </a:lnTo>
                <a:lnTo>
                  <a:pt x="0" y="5728"/>
                </a:lnTo>
                <a:lnTo>
                  <a:pt x="0" y="5726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uk-UA" sz="1800" strike="noStrike" u="non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uk-UA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Conclusions </a:t>
            </a:r>
            <a:endParaRPr b="0" lang="uk-U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/>
          </p:nvPr>
        </p:nvSpPr>
        <p:spPr>
          <a:xfrm>
            <a:off x="294840" y="1466640"/>
            <a:ext cx="6393240" cy="39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uk-UA" sz="1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The dashboard allows the manager to immediately see all key metrics and their interrelationships. Using analytics tools made it possible to identify patterns and critical points: 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The business model is extensive, so acquiring new clients and retaining existing ones is critically important. 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uk-UA" sz="1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Customer churn remains fairly high (over 20%), which is significant even for the gaming industry. The highest risk is observed among users under 30 years old, where churn shows an increasing trend. The 30+ segment demonstrates a wave-like dynamic. This indicates the need for a separate analysis of factors affecting the choices of different age groups to improve retention. 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uk-UA" sz="1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Overall, the model is profitable, except for one month, which requires a deeper assessment of the factors that led to this outcome. 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uk-UA" sz="1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Since users are currently not ready to increase their average spend, it is recommended to focus on analyzing their needs and finding creative solutions to increase the product’s value.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 startAt="2"/>
              <a:tabLst>
                <a:tab algn="l" pos="0"/>
              </a:tabLst>
            </a:pPr>
            <a:r>
              <a:rPr b="0" lang="uk-UA" sz="1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 The project demonstrated that a systematic approach to collecting, visualizing, and interpreting product metrics is an effective tool for decision-making, enabling improved business process performance and identifying pathways for development. </a:t>
            </a:r>
            <a:endParaRPr b="0" lang="uk-U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ubTitle"/>
          </p:nvPr>
        </p:nvSpPr>
        <p:spPr>
          <a:xfrm>
            <a:off x="468000" y="467280"/>
            <a:ext cx="9071280" cy="438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uk-UA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A big thank you to the instructors for the structured presentation of the material and to the mentor for guidance throughout all stages of the course and the final project.</a:t>
            </a:r>
            <a:endParaRPr b="0" lang="uk-U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uk-UA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Thank you for your attention! </a:t>
            </a:r>
            <a:endParaRPr b="0" lang="uk-U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9" name="" descr=""/>
          <p:cNvPicPr/>
          <p:nvPr/>
        </p:nvPicPr>
        <p:blipFill>
          <a:blip r:embed="rId1"/>
          <a:stretch/>
        </p:blipFill>
        <p:spPr>
          <a:xfrm>
            <a:off x="6675840" y="3561840"/>
            <a:ext cx="3030480" cy="2085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2019</TotalTime>
  <Application>LibreOffice/25.2.5.2$Windows_X86_64 LibreOffice_project/03d19516eb2e1dd5d4ccd751a0d6f35f35e08022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2025-09-20T23:26:52Z</dcterms:created>
  <dc:creator/>
  <dc:description>
               Grey Elegant - LibreOffice Impress Template
                    by Ahmad Bayhaqi Saputra
This template is made as an answer to Indonesian LibreOffice Community and
Gimpscape ID's call-to-arms to contribute to the 10th anniversary of
LibreOffice celebration.
Content Material :
- icons,
  This template used icons from https://material.io and https://icons8.com/icons
- illustrations,
  This template used illustrations sourced at https://icons8.com/illustrations
- Photos,
  This template used photos sourced at https://unsplash.com
Credits:
This work is licensed under the Creative Commons Attribution-ShareAlike 4.0
International License by Ahmad Bayhaqi Saputra &lt;bayhaqisptr04@gmail.com&gt;.
To view a copy of this license, visit https://creativecommons.org/licenses/by-sa/4.0/legalcode
or send a letter to Creative Commons, PO Box 1866, Mountain View, CA 94042, USA.
Illustrations by Pixeltrue https://icons8.com/illustrations/author/5ec7b0e101d0360016f3d1b3 on icon8 (master slide "Table of content")
Photo by Dave Hoefler https://unsplash.com/fr/@iamthedave on Unsplash https://unsplash.com/fr/licence (slide 9)
    </dc:description>
  <dc:language>uk-UA</dc:language>
  <cp:lastModifiedBy/>
  <dcterms:modified xsi:type="dcterms:W3CDTF">2026-01-02T22:00:11Z</dcterms:modified>
  <cp:revision>21</cp:revision>
  <dc:subject/>
  <dc:title>Grey Elegant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